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6fY9B5ZqD2RnAZwe2w8pyyBQE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134F92-9E0E-4431-8E61-9CC4E58A8FC3}">
  <a:tblStyle styleId="{A1134F92-9E0E-4431-8E61-9CC4E58A8FC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e11e6b94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9e11e6b94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11e6b9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9e11e6b94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ac7e799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bac7e799a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ac7e799a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bac7e799a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ac7e799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bac7e799a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ad962d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bad962df3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etcode.com/problems/binary-tree-postorder-traversal/" TargetMode="External"/><Relationship Id="rId4" Type="http://schemas.openxmlformats.org/officeDocument/2006/relationships/hyperlink" Target="https://leetcode.com/problems/binary-tree-postorder-traversal/" TargetMode="External"/><Relationship Id="rId5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13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Preorder, Inorder, and Postorder Traversals</a:t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{A1134F92-9E0E-4431-8E61-9CC4E58A8FC3}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{A1134F92-9E0E-4431-8E61-9CC4E58A8FC3}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Preorder, Inorder, and Postorder Traversals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{A1134F92-9E0E-4431-8E61-9CC4E58A8FC3}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tree is a hierarchical data structure consisting of nodes.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topmost node is called the root.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may have child nodes, 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Nodes without children are called leaf nodes.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means visiting each node of the tree exactly once.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2204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Understand and implement Tree traversals i.e.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Pre-Order Post-Order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In-Order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690693"/>
            <a:ext cx="105156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Tree traversal means visiting every node of a tree in a specific order (once only).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800">
                <a:latin typeface="Cambria"/>
                <a:ea typeface="Cambria"/>
                <a:cs typeface="Cambria"/>
                <a:sym typeface="Cambria"/>
              </a:rPr>
              <a:t>There are mainly three depth-first traversals: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09" name="Google Shape;109;p4"/>
          <p:cNvGraphicFramePr/>
          <p:nvPr/>
        </p:nvGraphicFramePr>
        <p:xfrm>
          <a:off x="664200" y="352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{A1134F92-9E0E-4431-8E61-9CC4E58A8FC3}</a:tableStyleId>
              </a:tblPr>
              <a:tblGrid>
                <a:gridCol w="2819550"/>
                <a:gridCol w="3839950"/>
                <a:gridCol w="46186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Order of Visit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Example (for tree below)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Root → Left → Right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D E C F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Inorder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Left → Root → Right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 B E A F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Postorder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Left → Right → Root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 E B F C 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392611"/>
            <a:ext cx="10515600" cy="49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Concept: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Traversal = visiting every node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once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in a specific order using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recursion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🔹 Preorder (Root → Left → Right)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A B D E C F</a:t>
            </a:r>
            <a:endParaRPr b="1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e11e6b94b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g39e11e6b94b_0_4"/>
          <p:cNvSpPr txBox="1"/>
          <p:nvPr>
            <p:ph idx="1" type="body"/>
          </p:nvPr>
        </p:nvSpPr>
        <p:spPr>
          <a:xfrm>
            <a:off x="838200" y="1805159"/>
            <a:ext cx="10515600" cy="3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🔹 Inorder (Left → Root → Right)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D B E A F C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39e11e6b94b_0_4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11e6b94b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g39e11e6b94b_0_10"/>
          <p:cNvSpPr txBox="1"/>
          <p:nvPr>
            <p:ph idx="1" type="body"/>
          </p:nvPr>
        </p:nvSpPr>
        <p:spPr>
          <a:xfrm>
            <a:off x="838200" y="1600433"/>
            <a:ext cx="105156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🔹 Postorder (Left → Right → Root)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Steps: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Left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Traverse Right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Visit Root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Output: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D E B F C A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g39e11e6b94b_0_1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4350" y="1690703"/>
            <a:ext cx="9643276" cy="48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4" name="Google Shape;14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868" y="1647393"/>
            <a:ext cx="5599256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c7e799ad_0_1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0" name="Google Shape;150;g3bac7e799ad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025" y="995528"/>
            <a:ext cx="8172450" cy="50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ac7e799ad_0_9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6" name="Google Shape;156;g3bac7e799ad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025" y="995528"/>
            <a:ext cx="8172450" cy="50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2" name="Google Shape;16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250" y="995950"/>
            <a:ext cx="836295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ac7e799ad_0_14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g3bac7e799ad_0_14"/>
          <p:cNvSpPr txBox="1"/>
          <p:nvPr>
            <p:ph type="title"/>
          </p:nvPr>
        </p:nvSpPr>
        <p:spPr>
          <a:xfrm>
            <a:off x="918100" y="12018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69" name="Google Shape;169;g3bac7e799ad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6975" y="2362623"/>
            <a:ext cx="7616576" cy="18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76" name="Google Shape;176;p13"/>
          <p:cNvGraphicFramePr/>
          <p:nvPr/>
        </p:nvGraphicFramePr>
        <p:xfrm>
          <a:off x="593150" y="248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{A1134F92-9E0E-4431-8E61-9CC4E58A8FC3}</a:tableStyleId>
              </a:tblPr>
              <a:tblGrid>
                <a:gridCol w="1614300"/>
                <a:gridCol w="1956000"/>
                <a:gridCol w="2758175"/>
                <a:gridCol w="4547750"/>
              </a:tblGrid>
              <a:tr h="82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 (Recursion Stack)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3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Preorder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is visited once; recursion depth = tree height (h).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3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Inorder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Visits every node exactly once; stack used for recursion.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3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Postorder</a:t>
                      </a:r>
                      <a:endParaRPr b="1"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processed after its children; same depth as others.</a:t>
                      </a:r>
                      <a:endParaRPr sz="20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82" name="Google Shape;182;p14"/>
          <p:cNvSpPr txBox="1"/>
          <p:nvPr>
            <p:ph idx="1" type="body"/>
          </p:nvPr>
        </p:nvSpPr>
        <p:spPr>
          <a:xfrm>
            <a:off x="484790" y="1924150"/>
            <a:ext cx="11353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Tree traversal means visiting every node exactly once in a specific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There are three main Depth-First Traversals: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Preorder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(Root → Left → Right): Used to create or copy a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Inorder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(Left → Root → Right): Retrieves nodes in sorted order for BSTs.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Postorder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(Left → Right → Root): Used to delete or free the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All traversals have Time Complexity = O(n) and Space Complexity = O(h),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where h is the height of the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Traversals are the foundation of tree operations like searching, expression evaluation, and serialization.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9" name="Google Shape;18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Binary Tree Inorder Traversal — LeetCode #94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i="1" lang="en-IN" sz="2400" u="sng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https://leetcode.com/problems/binary-tree-inorder-traversal/</a:t>
            </a:r>
            <a:endParaRPr i="1" sz="2400" u="sng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Implement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Inorder Traversal (Left → Root → Right)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binary tree using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recursion or an iterative stack-based approach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Reinforces understanding of traversal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Tests recursion and stack manipulation.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Foundation for solving BST and expression tree problems.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6" name="Google Shape;196;p17"/>
          <p:cNvSpPr txBox="1"/>
          <p:nvPr>
            <p:ph idx="1" type="body"/>
          </p:nvPr>
        </p:nvSpPr>
        <p:spPr>
          <a:xfrm>
            <a:off x="794400" y="19241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 Binary Tree Preorder Traversal — LeetCode #144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i="1" lang="en-IN" sz="2400" u="sng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🔗 https://leetcode.com/problems/binary-tree-preorder-traversal/</a:t>
            </a:r>
            <a:endParaRPr i="1" sz="2400" u="sng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Perform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Preorder Traversal (Root → Left → Right)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binary tree.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You can solve it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recursively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iteratively using a stack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Builds clear understanding of visiting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recursive thinking and stack-based problem solving.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Prepares for advanced problems like serialization/deserialization of trees.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ad962df3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3" name="Google Shape;203;g3bad962df3c_0_0"/>
          <p:cNvSpPr txBox="1"/>
          <p:nvPr>
            <p:ph idx="1" type="body"/>
          </p:nvPr>
        </p:nvSpPr>
        <p:spPr>
          <a:xfrm>
            <a:off x="794400" y="19241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3. Binary Tree Postorder Traversal — LeetCode #145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https://leetcode.com/problems/binary-tree-postorder-traversal/</a:t>
            </a:r>
            <a:endParaRPr sz="2400"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Postorder Traversal: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 → Right → Root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Can be solved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recursively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iteratively using a stack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tree traversal order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recursion and stack concepts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g3bad962df3c_0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