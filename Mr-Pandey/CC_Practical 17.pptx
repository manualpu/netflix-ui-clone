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9RZO9s3ZOkmZqSa2iss91gm/h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051160-7205-4E53-AC3E-72C59C8A4BA7}">
  <a:tblStyle styleId="{82051160-7205-4E53-AC3E-72C59C8A4BA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8B134F9-ECAC-4253-BE8A-01256FC1505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US" sz="7000">
                <a:latin typeface="Cambria"/>
                <a:ea typeface="Cambria"/>
                <a:cs typeface="Cambria"/>
                <a:sym typeface="Cambria"/>
              </a:rPr>
              <a:t>Practical 17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424781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Hashing, collisions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8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{82051160-7205-4E53-AC3E-72C59C8A4BA7}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  <p:graphicFrame>
        <p:nvGraphicFramePr>
          <p:cNvPr id="98" name="Google Shape;98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{82051160-7205-4E53-AC3E-72C59C8A4BA7}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hash function usage to store and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retrieve key-value pairs.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2"/>
          <p:cNvGraphicFramePr/>
          <p:nvPr/>
        </p:nvGraphicFramePr>
        <p:xfrm>
          <a:off x="1520492" y="4104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{82051160-7205-4E53-AC3E-72C59C8A4BA7}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a hash function for storing and retrieving key–value pairs efficiently.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design functions for insertion, search, and display operations in a hash table.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design functions for insertion, search, and display operations in a hash table.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813487" y="17391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for a basic hash function in a programming language of your choice. Demonstrate its usage to store and retrieve key-value pairs.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1. Insert key–value pairs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Search for a key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Display the complete hash table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Hashing converts data (key) into a fixed-size index using a hash function.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Enables fast insertion and lookup in O(1) average time.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Collision: Two keys produce the same index.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Chaining: Handle collisions by maintaining a list of key-value pairs at each index.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788773" y="157849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1. Initialize: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Create an array (vector) of buckets.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2. Hash Function:</a:t>
            </a:r>
            <a:endParaRPr sz="2400"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h=(h∗base+ASCII(char))modTABLE_SIZE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Base = 31 (a small prime)</a:t>
            </a:r>
            <a:endParaRPr sz="2400"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Mod = Table size</a:t>
            </a:r>
            <a:endParaRPr sz="2400"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16666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4. Compute index using hash function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US" sz="2400"/>
              <a:t>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If key exists → update value.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Else → append to that bucket.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5. Find (key):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US" sz="2400"/>
              <a:t> Compute index using hash function.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	Search for the key in the bucket.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	Return its value or &lt;NOT FOUND&gt;.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6. Display():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	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  <p:sp>
        <p:nvSpPr>
          <p:cNvPr id="135" name="Google Shape;135;p7"/>
          <p:cNvSpPr txBox="1"/>
          <p:nvPr/>
        </p:nvSpPr>
        <p:spPr>
          <a:xfrm>
            <a:off x="887895" y="2047461"/>
            <a:ext cx="1000539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Hash Table (TABLE_SIZE = 11):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 : [banana → yellow]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 : [apple → red]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 : [grape → purple]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8 : [mango → orange]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9 : [pear → green]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10: [peach → pink]</a:t>
            </a:r>
            <a:endParaRPr/>
          </a:p>
        </p:txBody>
      </p:sp>
      <p:sp>
        <p:nvSpPr>
          <p:cNvPr id="136" name="Google Shape;1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  <p:sp>
        <p:nvSpPr>
          <p:cNvPr id="143" name="Google Shape;143;p8"/>
          <p:cNvSpPr txBox="1"/>
          <p:nvPr>
            <p:ph idx="1" type="body"/>
          </p:nvPr>
        </p:nvSpPr>
        <p:spPr>
          <a:xfrm>
            <a:off x="838200" y="1470454"/>
            <a:ext cx="10406449" cy="4706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const size_t TABLE_SIZE = 11;                // small size to show collisions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vector&lt;vector&lt;pair&lt;string,string&gt;&gt;&gt; buckets(TABLE_SIZE);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// helper lambdas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auto insert = [&amp;](const string &amp;key, const string &amp;value)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size_t idx = simpleStringHash(key, 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// update if key already exists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for (auto &amp;p : buckets[idx])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    if (p.first == key) { p.second = value; return;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7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    buckets[idx].push_back({key, value});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7200">
                <a:latin typeface="Cambria"/>
                <a:ea typeface="Cambria"/>
                <a:cs typeface="Cambria"/>
                <a:sym typeface="Cambria"/>
              </a:rPr>
              <a:t>    };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6200">
                <a:latin typeface="Cambria"/>
                <a:ea typeface="Cambria"/>
                <a:cs typeface="Cambria"/>
                <a:sym typeface="Cambria"/>
              </a:rPr>
              <a:t> </a:t>
            </a:r>
            <a:endParaRPr/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609600" y="274639"/>
            <a:ext cx="10972800" cy="890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492701" y="1164771"/>
            <a:ext cx="10595428" cy="5601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findValue = [&amp;](const string &amp;key) -&gt; string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size_t idx = simpleStringHash(key, TABLE_SIZE);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for (auto &amp;p : buckets[idx])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if (p.first == key) return p.second;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return "&lt;NOT FOUND&gt;";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auto showTable = [&amp;]()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cout &lt;&lt; "Hash table buckets (index : [key -&gt; value, ...])\n";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for (size_t i = 0; i &lt; TABLE_SIZE; ++i)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cout &lt;&lt; i &lt;&lt; " : 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(auto &amp;p : buckets[i]) cout &lt;&lt; "[" &lt;&lt; p.first &lt;&lt; " -&gt; " &lt;&lt; p.second &lt;&lt; "] 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cout &lt;&lt; "\n";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617838" y="667265"/>
            <a:ext cx="10735962" cy="5509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auto findValue = [&amp;](const string &amp;key) -&gt; string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size_t idx = simpleStringHash(key, TABLE_SIZE);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for (auto &amp;p : buckets[idx])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    if (p.first == key) return p.second;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return "&lt;NOT FOUND&gt;";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};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auto showTable = [&amp;]()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cout &lt;&lt; "Hash table buckets (index : [key -&gt; value, ...])\n";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for (size_t i = 0; i &lt; TABLE_SIZE; ++i)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    cout &lt;&lt; i &lt;&lt; " : 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for (auto &amp;p : buckets[i]) cout &lt;&lt; "[" &lt;&lt; p.first &lt;&lt; " -&gt; " &lt;&lt; p.second &lt;&lt; "] 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    cout &lt;&lt; "\n";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};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Cambria"/>
                <a:ea typeface="Cambria"/>
                <a:cs typeface="Cambria"/>
                <a:sym typeface="Cambria"/>
              </a:rPr>
              <a:t>     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  <p:sp>
        <p:nvSpPr>
          <p:cNvPr id="163" name="Google Shape;163;p11"/>
          <p:cNvSpPr/>
          <p:nvPr/>
        </p:nvSpPr>
        <p:spPr>
          <a:xfrm>
            <a:off x="926757" y="1878226"/>
            <a:ext cx="8217243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table buckets (index : [key → value])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: [banana → yellow]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: [apple → red]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: [grape → purple]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: [mango → orange]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: [pear → green]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10: [peach → pink]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Retrieve: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→ red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banana → yellow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 → green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kiwi → &lt;NOT FOUND&gt;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69" name="Google Shape;169;p12"/>
          <p:cNvGraphicFramePr/>
          <p:nvPr/>
        </p:nvGraphicFramePr>
        <p:xfrm>
          <a:off x="1043609" y="2232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{D8B134F9-ECAC-4253-BE8A-01256FC1505E}</a:tableStyleId>
              </a:tblPr>
              <a:tblGrid>
                <a:gridCol w="2981750"/>
                <a:gridCol w="1739350"/>
                <a:gridCol w="1888425"/>
                <a:gridCol w="33196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/>
                        <a:t>Insert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O(1)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O(n)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45725" marB="45725" marR="91450" marL="91450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Search</a:t>
                      </a:r>
                      <a:endParaRPr sz="22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O(1)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O(n)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45725" marB="45725" marR="91450" marL="91450" anchor="ctr"/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70" name="Google Shape;170;p1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Hashing improves search efficiency.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Collision handling via chaining ensures stable performance.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Each bucket can store multiple key-value pairs.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Effective for dictionaries, databases, and symbol tables.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3" name="Google Shape;183;p14"/>
          <p:cNvSpPr txBox="1"/>
          <p:nvPr>
            <p:ph idx="1" type="body"/>
          </p:nvPr>
        </p:nvSpPr>
        <p:spPr>
          <a:xfrm>
            <a:off x="790832" y="1544595"/>
            <a:ext cx="10562968" cy="4632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n-US"/>
              <a:t> </a:t>
            </a: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Design HashMap — </a:t>
            </a:r>
            <a:r>
              <a:rPr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#706</a:t>
            </a:r>
            <a:endParaRPr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🔗     https://leetcode.com/problems/design-hashmap/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Build a simple hash map with chaining.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Same as our class example — perfect for reinforcement.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b="1" lang="en-US"/>
              <a:t>Valid Anagram — </a:t>
            </a:r>
            <a:r>
              <a:rPr lang="en-US"/>
              <a:t>LeetCode #706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🔗   https://leetcode.com/problems/valid-anagram/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US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Uses hashing for frequency counting.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US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8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