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bG78unvULDLewJ+Ib3BGEvSF/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B7234B-6965-4F34-88BE-0F8AC68ACA6D}">
  <a:tblStyle styleId="{AFB7234B-6965-4F34-88BE-0F8AC68ACA6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 b="off" i="off"/>
      <a:tcStyle>
        <a:fill>
          <a:solidFill>
            <a:srgbClr val="FFFFFF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31e724c62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c31e724c62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31e724c62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c31e724c62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31e724c62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c31e724c62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31e724c62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31e724c62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31e724c62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c31e724c62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2" type="body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3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23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binary-tree-right-side-view/" TargetMode="External"/><Relationship Id="rId4" Type="http://schemas.openxmlformats.org/officeDocument/2006/relationships/hyperlink" Target="https://leetcode.com/problems/binary-tree-right-side-view/" TargetMode="External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etcode.com/problems/binary-tree-paths/" TargetMode="External"/><Relationship Id="rId4" Type="http://schemas.openxmlformats.org/officeDocument/2006/relationships/hyperlink" Target="https://leetcode.com/problems/binary-tree-paths/" TargetMode="External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etcode.com/problems/balanced-binary-tree/" TargetMode="External"/><Relationship Id="rId4" Type="http://schemas.openxmlformats.org/officeDocument/2006/relationships/hyperlink" Target="https://leetcode.com/problems/balanced-binary-tree/" TargetMode="External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idx="4294967295" type="ctrTitle"/>
          </p:nvPr>
        </p:nvSpPr>
        <p:spPr>
          <a:xfrm>
            <a:off x="1524000" y="1758467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Cambria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Practical 24</a:t>
            </a:r>
            <a:endParaRPr/>
          </a:p>
        </p:txBody>
      </p:sp>
      <p:sp>
        <p:nvSpPr>
          <p:cNvPr id="61" name="Google Shape;61;p1"/>
          <p:cNvSpPr txBox="1"/>
          <p:nvPr>
            <p:ph idx="4294967295" type="subTitle"/>
          </p:nvPr>
        </p:nvSpPr>
        <p:spPr>
          <a:xfrm>
            <a:off x="1524000" y="4198386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Write a Program to view a tree from left View.</a:t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Google Shape;67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{AFB7234B-6965-4F34-88BE-0F8AC68ACA6D}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2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" name="Google Shape;69;p2"/>
          <p:cNvGraphicFramePr/>
          <p:nvPr/>
        </p:nvGraphicFramePr>
        <p:xfrm>
          <a:off x="1461073" y="274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{AFB7234B-6965-4F34-88BE-0F8AC68ACA6D}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view a tree from left View.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Google Shape;70;p2"/>
          <p:cNvGraphicFramePr/>
          <p:nvPr/>
        </p:nvGraphicFramePr>
        <p:xfrm>
          <a:off x="1471064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{AFB7234B-6965-4F34-88BE-0F8AC68ACA6D}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tree views, especially the Left View of a binary tree.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identify and display nodes visible from the left side of a tree.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mplement the Left View logic using Level-Order (BFS) and Depth-First (DFS) traversals.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both approaches for efficiency comparison.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838200" y="2183875"/>
            <a:ext cx="10515600" cy="1726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to view a tree from left View.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838200" y="1690688"/>
            <a:ext cx="10515600" cy="448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 Binary Tree can be viewed from different angles — left, right, top, bottom.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The Left View includes only the leftmost nodes at each level.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We can find it using: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Level-Order Traversal (BFS) — using a queue.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Depth-First Search (DFS) — using recursion and level tracking.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Approach 1 — BFS (Level Order):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Initialize a queue and push the root node.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For each level, process all nodes — print the first node of that level.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Enqueue left and right children of each node.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Approach 2 — DFS (Recursive):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Start from the root with level = 1 and </a:t>
            </a:r>
            <a:r>
              <a:rPr lang="en-US">
                <a:solidFill>
                  <a:srgbClr val="188038"/>
                </a:solidFill>
              </a:rPr>
              <a:t>maxLevel = 0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If current level &gt; maxLevel, print the node and update maxLevel.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Recur left, then right.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/>
          </a:p>
        </p:txBody>
      </p:sp>
      <p:pic>
        <p:nvPicPr>
          <p:cNvPr descr="Google Shape;122;p7"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4687" y="1689547"/>
            <a:ext cx="3706501" cy="3273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23;p7" id="99" name="Google Shape;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0818" y="1689544"/>
            <a:ext cx="3706501" cy="327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1095250" y="5199774"/>
            <a:ext cx="9652500" cy="12496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Output: [1, 2, 4, 7]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Explanation: From the left side of the tree, only the nodes 1, 2, 4 and 7 are visible.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1800" y="1553113"/>
            <a:ext cx="7215621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31e724c62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13" name="Google Shape;113;g3c31e724c62_0_1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g3c31e724c62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5286" y="1567750"/>
            <a:ext cx="9906764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31e724c62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20" name="Google Shape;120;g3c31e724c62_0_7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c31e724c6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820" y="1603831"/>
            <a:ext cx="9128828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31e724c62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27" name="Google Shape;127;g3c31e724c62_0_13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c31e724c62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3315" y="1690825"/>
            <a:ext cx="9566482" cy="486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" name="Google Shape;135;p10"/>
          <p:cNvGraphicFramePr/>
          <p:nvPr/>
        </p:nvGraphicFramePr>
        <p:xfrm>
          <a:off x="1360250" y="23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{AFB7234B-6965-4F34-88BE-0F8AC68ACA6D}</a:tableStyleId>
              </a:tblPr>
              <a:tblGrid>
                <a:gridCol w="2179375"/>
                <a:gridCol w="3736075"/>
                <a:gridCol w="3891750"/>
              </a:tblGrid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BFS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O(width of tree)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DFS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O(height of tree)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838200" y="1825624"/>
            <a:ext cx="10515600" cy="3599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Left View of a binary tree shows all nodes visible from the left side.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Can be implemented using BFS (iterative) or DFS (recursive) traversal.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Both have O(n) time complexity.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Commonly used in visualization, tree analysis, and real-world rendering algorithms.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31e724c62_0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48" name="Google Shape;148;g3c31e724c62_0_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1️⃣ Binary Tree Right Side View — LeetCode #199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https://leetcode.com/problems/binary-tree-right-side-view/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Use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DFS with depth tracking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b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Traverse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right-first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 when a level is visited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the first time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record the node.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is the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closest DFS equivalent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Left View.</a:t>
            </a:r>
            <a:b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Left View = left-first DFS</a:t>
            </a:r>
            <a:b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Right View = right-first DFS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g3c31e724c62_0_22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2️⃣ Binary Tree Paths — LeetCode #257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https://leetcode.com/problems/binary-tree-paths/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Use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DFS recursion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build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root-to-leaf paths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passing state (path string) down the recursion.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Builds confidence in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DFS traversal with level/state awareness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which is essential for Left View using DFS.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31e724c62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2" name="Google Shape;162;g3c31e724c62_0_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3️⃣ Balanced Binary Tree — LeetCode #110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https://leetcode.com/problems/balanced-binary-tree/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Use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DFS (postorder)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compute height differences while returning information upward.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Teaches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 handling and recursion control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the same mental model used when tracking levels in DFS-based Left View.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3" name="Google Shape;163;g3c31e724c62_0_28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idx="4294967295"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Cambria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Thanks</a:t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