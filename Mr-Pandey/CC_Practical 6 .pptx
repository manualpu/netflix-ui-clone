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WNdUWsRzUkIMhHXUGchabz/rw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16AFAE-1B05-4546-93D3-4716816C4103}">
  <a:tblStyle styleId="{D516AFAE-1B05-4546-93D3-4716816C410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de8779f0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9de8779f0d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de8779f0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9de8779f0d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de8779f0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9de8779f0d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hyperlink" Target="https://leetcode.com/problems/third-maximum-number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hyperlink" Target="https://leetcode.com/problems/kth-largest-element-in-an-array/?utm_source=chatgpt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hyperlink" Target="https://leetcode.com/problems/maximum-product-of-three-numbers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6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Product of Three Largest Distinct Elements Using Priority Queue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1" l="0" r="0" t="-4633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{D516AFAE-1B05-4546-93D3-4716816C4103}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619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{D516AFAE-1B05-4546-93D3-4716816C4103}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Product of Three Largest Distinct Elements Using Priority Queue</a:t>
                      </a:r>
                      <a:endParaRPr b="1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76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{D516AFAE-1B05-4546-93D3-4716816C4103}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Identify and extract the three largest unique elements from an array using a max-heap (priority queue).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insertion, extraction, and duplicate handling for O(n log n) efficiency.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Compute products of top elements while ensuring distinctness to avoid errors in real-world data.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Apply priority queues to top-k problems, boosting speed in interviews and contests.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38200" y="1942106"/>
            <a:ext cx="10042966" cy="19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for finding the Product of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three largest Distinct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Elements. Use a Priority Queue to efficiently find and remove the largest elements.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4"/>
          <p:cNvSpPr txBox="1"/>
          <p:nvPr/>
        </p:nvSpPr>
        <p:spPr>
          <a:xfrm>
            <a:off x="838200" y="1738454"/>
            <a:ext cx="10029600" cy="47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Priority Queue is a data structure where each element has a priority — the highest-priority element is served first.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It can be implemented as a Heap: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Min-Heap → smallest element at top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Max-Heap → largest element at top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use it here?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 find the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 largest distinct elements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sorting takes O(n log n).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Priority Queue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can do it faster: O(n log k) for k = 3 → practically O(n).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Distinct Elements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must ensure all elements are unique before finding the top 3.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→ Use a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set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to remove duplicates.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tkinson Hyperlegible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de8779f0d_0_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g39de8779f0d_0_3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g39de8779f0d_0_3"/>
          <p:cNvSpPr txBox="1"/>
          <p:nvPr/>
        </p:nvSpPr>
        <p:spPr>
          <a:xfrm>
            <a:off x="838200" y="1894825"/>
            <a:ext cx="91533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Prerequisites: </a:t>
            </a:r>
            <a:endParaRPr b="1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8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Arrays from basics; 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8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Queues from Q4; 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8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Understand heap property (parent &gt; children).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tkinson Hyperlegible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High-Level Approach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-533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Read array and 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Push all elements to max-heap priority_queue.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Pop largest, add to result list; use set to skip if duplicate.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Repeat for 3 unique; if &lt;3, return error.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Compute product of the three.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de8779f0d_0_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g39de8779f0d_0_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Detailed Algorithm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Input: An array arr of integers.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Remove duplicates using a set → ensures only distinct elements.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Create a Max-Heap: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953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Since Python’s </a:t>
            </a:r>
            <a:r>
              <a:rPr i="1" lang="en-IN">
                <a:latin typeface="Cambria"/>
                <a:ea typeface="Cambria"/>
                <a:cs typeface="Cambria"/>
                <a:sym typeface="Cambria"/>
              </a:rPr>
              <a:t>heapq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is a min-heap, insert negative values to simulate a max-heap.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Extract top 3 elements by popping the heap 3 times.Compute product of those 3 numbers.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/ print the result.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g39de8779f0d_0_9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6"/>
          <p:cNvSpPr txBox="1"/>
          <p:nvPr/>
        </p:nvSpPr>
        <p:spPr>
          <a:xfrm>
            <a:off x="838196" y="1380529"/>
            <a:ext cx="4575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Example Input: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arr = [4, 7, 2, 7, 5, 9, 9]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1: Remove duplicates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→ {2, 4, 5, 7, 9}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3: Extract Top 3 → 9, 7, 5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4: Product = 9 × 7 × 5 = 315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8545" y="1337418"/>
            <a:ext cx="3494650" cy="2991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6"/>
          <p:cNvGraphicFramePr/>
          <p:nvPr/>
        </p:nvGraphicFramePr>
        <p:xfrm>
          <a:off x="892546" y="46494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{D516AFAE-1B05-4546-93D3-4716816C4103}</a:tableStyleId>
              </a:tblPr>
              <a:tblGrid>
                <a:gridCol w="2480025"/>
                <a:gridCol w="3702125"/>
                <a:gridCol w="2014175"/>
                <a:gridCol w="231927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Step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Heap (max-heap view)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Extracted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Product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[9, 7, 5, 4, 2]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[7, 4, 5, 2]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7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63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 4, 2]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315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6"/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5" name="Google Shape;145;p8"/>
          <p:cNvPicPr preferRelativeResize="0"/>
          <p:nvPr/>
        </p:nvPicPr>
        <p:blipFill rotWithShape="1">
          <a:blip r:embed="rId4">
            <a:alphaModFix/>
          </a:blip>
          <a:srcRect b="28825" l="0" r="0" t="0"/>
          <a:stretch/>
        </p:blipFill>
        <p:spPr>
          <a:xfrm>
            <a:off x="1037903" y="1690688"/>
            <a:ext cx="10707594" cy="4271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de8779f0d_0_22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1" name="Google Shape;151;g39de8779f0d_0_22"/>
          <p:cNvPicPr preferRelativeResize="0"/>
          <p:nvPr/>
        </p:nvPicPr>
        <p:blipFill rotWithShape="1">
          <a:blip r:embed="rId4">
            <a:alphaModFix/>
          </a:blip>
          <a:srcRect b="0" l="0" r="0" t="74779"/>
          <a:stretch/>
        </p:blipFill>
        <p:spPr>
          <a:xfrm>
            <a:off x="1017505" y="1622322"/>
            <a:ext cx="10707594" cy="1513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9991483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7"/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1848466" y="2202427"/>
            <a:ext cx="7747819" cy="1131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Array: [10, 3, 5, 6, 20]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Product of 3 largest distinct elements: 1200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Complexity Analysis</a:t>
            </a:r>
            <a:endParaRPr/>
          </a:p>
        </p:txBody>
      </p:sp>
      <p:graphicFrame>
        <p:nvGraphicFramePr>
          <p:cNvPr id="166" name="Google Shape;166;p11"/>
          <p:cNvGraphicFramePr/>
          <p:nvPr/>
        </p:nvGraphicFramePr>
        <p:xfrm>
          <a:off x="924570" y="20559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{D516AFAE-1B05-4546-93D3-4716816C4103}</a:tableStyleId>
              </a:tblPr>
              <a:tblGrid>
                <a:gridCol w="2086500"/>
                <a:gridCol w="2585800"/>
                <a:gridCol w="59390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Aspect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Why?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 log n)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 inserts/pops at O(log n); Set ops O(log k) for k=3.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Heap stores all n; Set O(1) since k=3 fixed.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Variations &amp; Competitive Tips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2"/>
          <p:cNvSpPr txBox="1"/>
          <p:nvPr/>
        </p:nvSpPr>
        <p:spPr>
          <a:xfrm>
            <a:off x="838200" y="1930800"/>
            <a:ext cx="9271500" cy="4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Easier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Variation: No distinct check (just pop 3).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Harder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K largest (generalize to input k); Streaming input (no full array).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Competitive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Angle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LeetCode #414: Third Largest; Codeforces "Top K" problems.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Optimization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For huge n, use partial_sort (O(n log k)) instead of full heap.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/>
          </a:p>
        </p:txBody>
      </p:sp>
      <p:sp>
        <p:nvSpPr>
          <p:cNvPr id="179" name="Google Shape;179;p1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3"/>
          <p:cNvSpPr txBox="1"/>
          <p:nvPr/>
        </p:nvSpPr>
        <p:spPr>
          <a:xfrm>
            <a:off x="989958" y="2055809"/>
            <a:ext cx="9550223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1️⃣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Third Maximum Number — LeetCode #414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b="0" i="0" lang="en-IN" sz="2400" u="sng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https://leetcode.com/problems/third-maximum-number/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Finding the 3rd largest distinct element in an array.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Directly mirrors the logic of selecting top 3 unique numbers.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/>
          </a:p>
        </p:txBody>
      </p:sp>
      <p:sp>
        <p:nvSpPr>
          <p:cNvPr id="186" name="Google Shape;186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9"/>
          <p:cNvSpPr txBox="1"/>
          <p:nvPr/>
        </p:nvSpPr>
        <p:spPr>
          <a:xfrm>
            <a:off x="989958" y="2055809"/>
            <a:ext cx="9550223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2️⃣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Kth Largest Element in an Array — LeetCode #215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b="0" i="0" lang="en-IN" sz="2400" u="sng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https://leetcode.com/problems/kth-largest-element-in-an-array/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Using a priority queue (heap) to find kth largest value efficiently.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Strengthens heap operations and selection of maximum elements.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/>
          </a:p>
        </p:txBody>
      </p:sp>
      <p:sp>
        <p:nvSpPr>
          <p:cNvPr id="193" name="Google Shape;193;p10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0"/>
          <p:cNvSpPr txBox="1"/>
          <p:nvPr/>
        </p:nvSpPr>
        <p:spPr>
          <a:xfrm>
            <a:off x="989958" y="2055809"/>
            <a:ext cx="9550223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3️⃣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Maximum Product of Three Numbers — LeetCode #628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b="0" i="0" lang="en-IN" sz="2400" u="sng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https://leetcode.com/problems/maximum-product-of-three-numbers/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Compute product of three largest (or smallest) numbers.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Exactly applies the product-of-largest-elements logic efficiently.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1" l="0" r="0" t="-4633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