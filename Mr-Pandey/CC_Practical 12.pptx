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qAnyFYctAaTIZWdrIBnRByQ+I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BACE67-2C79-483C-88E6-E79E3A3B0F1C}">
  <a:tblStyle styleId="{21BACE67-2C79-483C-88E6-E79E3A3B0F1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etcode.com/problems/diameter-of-binary-tree/" TargetMode="External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US" sz="7000">
                <a:latin typeface="Cambria"/>
                <a:ea typeface="Cambria"/>
                <a:cs typeface="Cambria"/>
                <a:sym typeface="Cambria"/>
              </a:rPr>
              <a:t>Practical 12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Program to Find Maximum Depth or Height of a Binary Tree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8255000" y="3556000"/>
            <a:ext cx="4064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{21BACE67-2C79-483C-88E6-E79E3A3B0F1C}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Google Shape;93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graphicFrame>
        <p:nvGraphicFramePr>
          <p:cNvPr id="94" name="Google Shape;94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{21BACE67-2C79-483C-88E6-E79E3A3B0F1C}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Program to Find Maximum Depth or Height of a Binary Tree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71295" y="38030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{21BACE67-2C79-483C-88E6-E79E3A3B0F1C}</a:tableStyleId>
              </a:tblPr>
              <a:tblGrid>
                <a:gridCol w="9050025"/>
              </a:tblGrid>
              <a:tr h="414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the concept of depth and height in a binary tree.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calculate the maximum depth using recursion.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Explore how height relates to levels in a binary tree.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time and space complexity of the height algorithm.</a:t>
                      </a:r>
                      <a:endParaRPr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determine the depth of a given Tree by Implementing MAXDEPTH.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What is Depth (Height) of a Tree?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depth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or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height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of a binary tree is 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number of nodes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along the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longest path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from the root node down to the farthest leaf node.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Example: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 of a single node tree = 1 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Depth of an empty tree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Key Idea (Recursive Definition):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maxDepth(node) = 1 + max(maxDepth(left subtree), maxDepth(right subtree))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If root is null → return 0.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Recursively find height of left subtree.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Recursively find height of right subtree.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Return 1 + maximum of left and right heights.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5. Base condition handles empty trees automatically.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1398639" y="181579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Example Steps: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Move recursively to leftmost and rightmost nodes.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Compute heights bottom-up.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Add 1 for each parent level on return.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Final result gives total height of the tree.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30" name="Google Shape;130;p7"/>
          <p:cNvSpPr txBox="1"/>
          <p:nvPr/>
        </p:nvSpPr>
        <p:spPr>
          <a:xfrm>
            <a:off x="1300851" y="1690688"/>
            <a:ext cx="7528517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Tree: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 Calculation: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Depth(5) = 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Depth(11) = 1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Depth(8) = 1 + max(1, 1) = 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Depth(12) = 1 + max(1, 2)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descr="Maximum Depth or Height of a Binary Tree - GeeksforGeeks"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9836" y="1790338"/>
            <a:ext cx="3839063" cy="3786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39" name="Google Shape;139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6864" y="1553026"/>
            <a:ext cx="8590915" cy="5116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45" name="Google Shape;145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654" l="0" r="0" t="0"/>
          <a:stretch/>
        </p:blipFill>
        <p:spPr>
          <a:xfrm>
            <a:off x="1598254" y="1349911"/>
            <a:ext cx="8626475" cy="3733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pic>
        <p:nvPicPr>
          <p:cNvPr id="152" name="Google Shape;152;p1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380" y="1691005"/>
            <a:ext cx="7563485" cy="14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1054509" y="18059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Time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O(n) – each node is visited once.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Space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O(h) – due to recursion stack (h = height of tree).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838199" y="1825625"/>
            <a:ext cx="1008543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Height is the longest path from root to leaf.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Recursive approach computes height efficiently.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Time Complexity: O(n), Space: O(h).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Used in balance checking, diameter, and level-order traversal.</a:t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2" name="Google Shape;17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Maximum Depth of Binary Tree 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#104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🔗https://leetcode.com/problems/maximum-depth-of-binary-tree/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Find height using recursive traversal.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Core concept for many tree problems.</a:t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2. Minimum Depth of Binary Tree 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#111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https://leetcode.com/problems/minimum-depth-of-binary-tree/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: Find shortest path from root to a leaf.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Complements maximum depth understanding.</a:t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6" name="Google Shape;18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3. Diameter of Binary Tree —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LeetCode #543</a:t>
            </a:r>
            <a:endParaRPr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https://leetcode.com/problems/diameter-of-binary-tree/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: Compute the longest path between any two nodes in the tree using depth logic.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Extends the max depth concept — shows how tree depth contributes to diameter calculation.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1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7" l="0" r="0" t="-463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2025-10-28T09:21:00Z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FD667A4BB229453CA143629E5AFC180B_13</vt:lpwstr>
  </property>
  <property fmtid="{D5CDD505-2E9C-101B-9397-08002B2CF9AE}" pid="3" name="KSOProductBuildVer">
    <vt:lpwstr>1033-12.2.0.23155</vt:lpwstr>
  </property>
</Properties>
</file>