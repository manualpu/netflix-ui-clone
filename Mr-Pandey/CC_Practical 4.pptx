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l+GZNyXuC4QQmdz1ZU7zakX7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94079F-7F95-4AF2-9F09-21A124DC0D73}">
  <a:tblStyle styleId="{6694079F-7F95-4AF2-9F09-21A124DC0D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0ba93d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00ba93d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00ba93de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b00ba93de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design-circular-queue/" TargetMode="External"/><Relationship Id="rId4" Type="http://schemas.openxmlformats.org/officeDocument/2006/relationships/hyperlink" Target="https://leetcode.com/problems/design-circular-queue/" TargetMode="External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design-circular-deque/" TargetMode="External"/><Relationship Id="rId4" Type="http://schemas.openxmlformats.org/officeDocument/2006/relationships/hyperlink" Target="https://leetcode.com/problems/design-circular-deque/" TargetMode="External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hyperlink" Target="https://leetcode.com/problems/find-the-winner-of-the-circular-game/" TargetMode="External"/><Relationship Id="rId5" Type="http://schemas.openxmlformats.org/officeDocument/2006/relationships/hyperlink" Target="https://leetcode.com/problems/find-the-winner-of-the-circular-gam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4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Implementation of Circular Queue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{6694079F-7F95-4AF2-9F09-21A124DC0D73}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97" name="Google Shape;97;p2"/>
          <p:cNvGraphicFramePr/>
          <p:nvPr/>
        </p:nvGraphicFramePr>
        <p:xfrm>
          <a:off x="1461074" y="2362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{6694079F-7F95-4AF2-9F09-21A124DC0D73}</a:tableStyleId>
              </a:tblPr>
              <a:tblGrid>
                <a:gridCol w="2865125"/>
                <a:gridCol w="6194325"/>
              </a:tblGrid>
              <a:tr h="33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Circular Queue</a:t>
                      </a:r>
                      <a:endParaRPr b="1" sz="1800" u="none" cap="none" strike="noStrike">
                        <a:solidFill>
                          <a:srgbClr val="2E75B5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490571" y="3308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{6694079F-7F95-4AF2-9F09-21A124DC0D73}</a:tableStyleId>
              </a:tblPr>
              <a:tblGrid>
                <a:gridCol w="9020125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explain the concept and purpose of a circular queue and how it differs from a linear queue.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circular queue operations (enqueue, dequeue, front, rear, isFull, isEmpty) using an array-based approach in code.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Evaluate the time and space complexity of common circular queue operations.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suitable scenarios in computer science or real-life where Circualr Queue is applicable and efficient.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design a circular queue(k) which Should implement the below functions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a. Enqueue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b. Dequeue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c. Front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d. Rear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Introduction to the Problem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 Circular Queue is a linear data structure that follows the FIFO (First In First Out) principle.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Unlike a normal queue, the last position is connected back to the first position to make a circle.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structure efficiently utilizes memory by reusing empty spaces created by dequeued elements.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 and Background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Circular Queue connects the end of the queue back to the front.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prevents wastage of space in a linear queue when elements are dequeued.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can be implemented using Arrays, Linked List etc.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Two pointers are maintained: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front → points to the first element.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   rear → points to the last element.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queue is full when (rear + 1) % size == front.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queue is empty when front == -1.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8348"/>
          <a:stretch/>
        </p:blipFill>
        <p:spPr>
          <a:xfrm>
            <a:off x="2387924" y="1865737"/>
            <a:ext cx="7067934" cy="472784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5751121" y="1484460"/>
            <a:ext cx="3572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4.Insert 20,Rear=3, Front =1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2547607" y="1550441"/>
            <a:ext cx="904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</a:t>
            </a:r>
            <a:endParaRPr/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Queue Operations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902368" y="1690688"/>
            <a:ext cx="10515600" cy="4991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1. Enqueue (Insert):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Add an element at the rear.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Check if the queue is full.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Update rear = (rear + 1) % size.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Insert element at rear.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2. Dequeue (Delete):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 an element from the front.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Check if the queue is empty.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Update front = (front + 1) % size.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3. Peek: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Retrieve the front element without removing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4. Display: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Print elements from front to rear circularly.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42" name="Google Shape;14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Conditions for Queue State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38200" y="1905506"/>
            <a:ext cx="83058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Queue Full Condition: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(rear + 1) % size == front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Queue Empty Condition: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front == 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Reset Condition after last Dequeue: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If front == rear, then set front = rear = -1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50" name="Google Shape;150;p9"/>
          <p:cNvSpPr txBox="1"/>
          <p:nvPr/>
        </p:nvSpPr>
        <p:spPr>
          <a:xfrm>
            <a:off x="838199" y="1863350"/>
            <a:ext cx="10515599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ENQUEUE(x):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 (rear + 1) % size == front → Overflow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Else if front == -1 → front = rear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Else → rear = (rear + 1) %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queue[rear] =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DEQUEUE():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 front == -1 → Underflow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x = queue[front]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If front == rear → front = rear = 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Else → front = (front + 1) % size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57" name="Google Shape;157;p10"/>
          <p:cNvSpPr txBox="1"/>
          <p:nvPr/>
        </p:nvSpPr>
        <p:spPr>
          <a:xfrm>
            <a:off x="659732" y="1951672"/>
            <a:ext cx="10872535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Front(x):</a:t>
            </a:r>
            <a:endParaRPr/>
          </a:p>
          <a:p>
            <a:pPr indent="-190500" lvl="0" marL="495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1. If front != -1, then queue[front] is the front item.</a:t>
            </a:r>
            <a:endParaRPr/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Rear():</a:t>
            </a:r>
            <a:endParaRPr/>
          </a:p>
          <a:p>
            <a:pPr indent="-190500" lvl="0" marL="495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 rear != -1, then queue[rear] is the rear item.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64" name="Google Shape;1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907" y="1448663"/>
            <a:ext cx="8230749" cy="5258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704" y="516083"/>
            <a:ext cx="9078592" cy="596348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3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Front Element: 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Rear Element: 40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85" name="Google Shape;185;p1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3337"/>
          <a:stretch/>
        </p:blipFill>
        <p:spPr>
          <a:xfrm>
            <a:off x="2086898" y="1877960"/>
            <a:ext cx="5425061" cy="2106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92" name="Google Shape;192;p15"/>
          <p:cNvSpPr txBox="1"/>
          <p:nvPr/>
        </p:nvSpPr>
        <p:spPr>
          <a:xfrm>
            <a:off x="838199" y="2278847"/>
            <a:ext cx="1108832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Enqueue Operation: 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Dequeue Operation: 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Peek Operation: O(1)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Display Operation: O(n)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Space Complexity: O(n)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Circular Queue provides efficient memory use and constant-time operations.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Implemented a Circular Queue of capacity k supporting operations: enqueue, dequeue, front, and rear.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Used modular arithmetic to connect the last index back to the first, avoiding wasted space.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Handled overflow (queue full) and underflow (queue empty) conditions effectively.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Demonstrated the difference between linear queue and circular queue, emphasizing better memory utilization.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Strengthened understanding of queue data structure, front/rear pointers, and FIFO principle in data handling.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0ba93de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5" name="Google Shape;205;g3b00ba93de6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Design Circular Queue (Problem 622)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https://leetcode.com/problems/design-circular-queue/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Implement a basic circular queue using fixed-size array storage. Handle front/rear pointer rotation, full/empty conditions, and efficient enqueue/dequeue in O(1).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This is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closest LeetCode match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to your question — builds mastery in implementing circular buffer and understanding wrap-around behavior.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g3b00ba93de6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00ba93de6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2" name="Google Shape;212;g3b00ba93de6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Design Circular Deque (Problem 641)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https://leetcode.com/problems/design-circular-deque/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Implement a circular deque using an array with front and rear pointers. Operations include insert/delete at both ends, checking full/empty, and maintaining circular movement with modulo arithmetic.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Directly strengthens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circular array logic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pointer movement, capacity checks, and how queues can be extended to double-ended operations.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3" name="Google Shape;213;g3b00ba93de6_0_6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20" name="Google Shape;220;p17"/>
          <p:cNvSpPr txBox="1"/>
          <p:nvPr/>
        </p:nvSpPr>
        <p:spPr>
          <a:xfrm>
            <a:off x="838200" y="1690688"/>
            <a:ext cx="981375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Find the Winner of the Circular Game (Problem 1823)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https://leetcode.com/problems/find-the-winner-of-the-circular-game/</a:t>
            </a:r>
            <a:endParaRPr sz="23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Simulates players standing in a circle and eliminating every </a:t>
            </a:r>
            <a:r>
              <a:rPr i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k-th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person until one remains. Uses circular indexing or Josephus problem logic to determine the final winner.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Strengthens understanding of </a:t>
            </a: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circular movement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modular indexing, and how elements are removed in a loop — closely related to circular queue behavior.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