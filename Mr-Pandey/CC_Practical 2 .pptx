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 id="214748366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y="102870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5" roundtripDataSignature="AMtx7mhFbmcA3Sl6z0T+ikhjH/146EK75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81E8F3C-F5C5-4CC3-A51C-2C526C46E06C}">
  <a:tblStyle styleId="{F81E8F3C-F5C5-4CC3-A51C-2C526C46E06C}"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5"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9dddbd7dcc_0_8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9dddbd7dcc_0_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9dddbd7dcc_0_1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8" name="Google Shape;168;g39dddbd7dcc_0_1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9dddbd7dcc_0_2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9dddbd7dcc_0_2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9dddbd7dcc_0_3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3" name="Google Shape;183;g39dddbd7dcc_0_3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9dddbd7dcc_0_49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0" name="Google Shape;190;g39dddbd7dcc_0_49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97" name="Google Shape;197;p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198" name="Google Shape;198;p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0" name="Google Shape;200;p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01" name="Google Shape;201;p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10" name="Google Shape;210;p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211" name="Google Shape;211;p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p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3" name="Google Shape;213;p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14" name="Google Shape;214;p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22" name="Google Shape;222;p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223" name="Google Shape;223;p8: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p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5" name="Google Shape;225;p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26" name="Google Shape;226;p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33" name="Google Shape;233;p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234" name="Google Shape;234;p1: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37" name="Google Shape;237;p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243" name="Google Shape;243;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51" name="Google Shape;251;p1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252" name="Google Shape;252;p10: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3" name="Google Shape;253;p1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4" name="Google Shape;254;p1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55" name="Google Shape;255;p1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9dddbd7dcc_0_7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2" name="Google Shape;262;g39dddbd7dcc_0_7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69" name="Google Shape;269;p1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270" name="Google Shape;270;p1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p1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2" name="Google Shape;272;p1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73" name="Google Shape;273;p1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9dddbd7dcc_0_9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0" name="Google Shape;280;g39dddbd7dcc_0_9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87" name="Google Shape;287;p1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288" name="Google Shape;288;p1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p1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0" name="Google Shape;290;p1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91" name="Google Shape;291;p1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97" name="Google Shape;297;p1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298" name="Google Shape;298;p1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p1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0" name="Google Shape;300;p1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301" name="Google Shape;301;p1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307" name="Google Shape;307;p1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308" name="Google Shape;308;p18:notes"/>
          <p:cNvSpPr/>
          <p:nvPr>
            <p:ph idx="3"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 name="Google Shape;309;p18: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0" name="Google Shape;310;p18: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311" name="Google Shape;311;p18: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g39dddbd7dcc_0_934"/>
          <p:cNvSpPr txBox="1"/>
          <p:nvPr>
            <p:ph type="ctrTitle"/>
          </p:nvPr>
        </p:nvSpPr>
        <p:spPr>
          <a:xfrm>
            <a:off x="2286000" y="1683545"/>
            <a:ext cx="13716000" cy="3581700"/>
          </a:xfrm>
          <a:prstGeom prst="rect">
            <a:avLst/>
          </a:prstGeom>
          <a:noFill/>
          <a:ln>
            <a:noFill/>
          </a:ln>
        </p:spPr>
        <p:txBody>
          <a:bodyPr anchorCtr="0" anchor="b" bIns="68550" lIns="137150" spcFirstLastPara="1" rIns="137150" wrap="square" tIns="68550">
            <a:normAutofit/>
          </a:bodyPr>
          <a:lstStyle>
            <a:lvl1pPr lvl="0" algn="ctr">
              <a:lnSpc>
                <a:spcPct val="90000"/>
              </a:lnSpc>
              <a:spcBef>
                <a:spcPts val="0"/>
              </a:spcBef>
              <a:spcAft>
                <a:spcPts val="0"/>
              </a:spcAft>
              <a:buClr>
                <a:schemeClr val="dk1"/>
              </a:buClr>
              <a:buSzPts val="9000"/>
              <a:buFont typeface="Calibri"/>
              <a:buNone/>
              <a:defRPr sz="9000"/>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17" name="Google Shape;17;g39dddbd7dcc_0_934"/>
          <p:cNvSpPr txBox="1"/>
          <p:nvPr>
            <p:ph idx="1" type="subTitle"/>
          </p:nvPr>
        </p:nvSpPr>
        <p:spPr>
          <a:xfrm>
            <a:off x="2286000" y="5403057"/>
            <a:ext cx="13716000" cy="2483700"/>
          </a:xfrm>
          <a:prstGeom prst="rect">
            <a:avLst/>
          </a:prstGeom>
          <a:noFill/>
          <a:ln>
            <a:noFill/>
          </a:ln>
        </p:spPr>
        <p:txBody>
          <a:bodyPr anchorCtr="0" anchor="t" bIns="68550" lIns="137150" spcFirstLastPara="1" rIns="137150" wrap="square" tIns="68550">
            <a:normAutofit/>
          </a:bodyPr>
          <a:lstStyle>
            <a:lvl1pPr lvl="0" algn="ctr">
              <a:lnSpc>
                <a:spcPct val="90000"/>
              </a:lnSpc>
              <a:spcBef>
                <a:spcPts val="1500"/>
              </a:spcBef>
              <a:spcAft>
                <a:spcPts val="0"/>
              </a:spcAft>
              <a:buClr>
                <a:schemeClr val="dk1"/>
              </a:buClr>
              <a:buSzPts val="3600"/>
              <a:buNone/>
              <a:defRPr sz="3600"/>
            </a:lvl1pPr>
            <a:lvl2pPr lvl="1" algn="ctr">
              <a:lnSpc>
                <a:spcPct val="90000"/>
              </a:lnSpc>
              <a:spcBef>
                <a:spcPts val="800"/>
              </a:spcBef>
              <a:spcAft>
                <a:spcPts val="0"/>
              </a:spcAft>
              <a:buClr>
                <a:schemeClr val="dk1"/>
              </a:buClr>
              <a:buSzPts val="3000"/>
              <a:buNone/>
              <a:defRPr sz="3000"/>
            </a:lvl2pPr>
            <a:lvl3pPr lvl="2" algn="ctr">
              <a:lnSpc>
                <a:spcPct val="90000"/>
              </a:lnSpc>
              <a:spcBef>
                <a:spcPts val="800"/>
              </a:spcBef>
              <a:spcAft>
                <a:spcPts val="0"/>
              </a:spcAft>
              <a:buClr>
                <a:schemeClr val="dk1"/>
              </a:buClr>
              <a:buSzPts val="2700"/>
              <a:buNone/>
              <a:defRPr sz="2700"/>
            </a:lvl3pPr>
            <a:lvl4pPr lvl="3" algn="ctr">
              <a:lnSpc>
                <a:spcPct val="90000"/>
              </a:lnSpc>
              <a:spcBef>
                <a:spcPts val="800"/>
              </a:spcBef>
              <a:spcAft>
                <a:spcPts val="0"/>
              </a:spcAft>
              <a:buClr>
                <a:schemeClr val="dk1"/>
              </a:buClr>
              <a:buSzPts val="2400"/>
              <a:buNone/>
              <a:defRPr sz="2400"/>
            </a:lvl4pPr>
            <a:lvl5pPr lvl="4" algn="ctr">
              <a:lnSpc>
                <a:spcPct val="90000"/>
              </a:lnSpc>
              <a:spcBef>
                <a:spcPts val="800"/>
              </a:spcBef>
              <a:spcAft>
                <a:spcPts val="0"/>
              </a:spcAft>
              <a:buClr>
                <a:schemeClr val="dk1"/>
              </a:buClr>
              <a:buSzPts val="2400"/>
              <a:buNone/>
              <a:defRPr sz="2400"/>
            </a:lvl5pPr>
            <a:lvl6pPr lvl="5" algn="ctr">
              <a:lnSpc>
                <a:spcPct val="90000"/>
              </a:lnSpc>
              <a:spcBef>
                <a:spcPts val="800"/>
              </a:spcBef>
              <a:spcAft>
                <a:spcPts val="0"/>
              </a:spcAft>
              <a:buClr>
                <a:schemeClr val="dk1"/>
              </a:buClr>
              <a:buSzPts val="2400"/>
              <a:buNone/>
              <a:defRPr sz="2400"/>
            </a:lvl6pPr>
            <a:lvl7pPr lvl="6" algn="ctr">
              <a:lnSpc>
                <a:spcPct val="90000"/>
              </a:lnSpc>
              <a:spcBef>
                <a:spcPts val="800"/>
              </a:spcBef>
              <a:spcAft>
                <a:spcPts val="0"/>
              </a:spcAft>
              <a:buClr>
                <a:schemeClr val="dk1"/>
              </a:buClr>
              <a:buSzPts val="2400"/>
              <a:buNone/>
              <a:defRPr sz="2400"/>
            </a:lvl7pPr>
            <a:lvl8pPr lvl="7" algn="ctr">
              <a:lnSpc>
                <a:spcPct val="90000"/>
              </a:lnSpc>
              <a:spcBef>
                <a:spcPts val="800"/>
              </a:spcBef>
              <a:spcAft>
                <a:spcPts val="0"/>
              </a:spcAft>
              <a:buClr>
                <a:schemeClr val="dk1"/>
              </a:buClr>
              <a:buSzPts val="2400"/>
              <a:buNone/>
              <a:defRPr sz="2400"/>
            </a:lvl8pPr>
            <a:lvl9pPr lvl="8" algn="ctr">
              <a:lnSpc>
                <a:spcPct val="90000"/>
              </a:lnSpc>
              <a:spcBef>
                <a:spcPts val="800"/>
              </a:spcBef>
              <a:spcAft>
                <a:spcPts val="0"/>
              </a:spcAft>
              <a:buClr>
                <a:schemeClr val="dk1"/>
              </a:buClr>
              <a:buSzPts val="2400"/>
              <a:buNone/>
              <a:defRPr sz="2400"/>
            </a:lvl9pPr>
          </a:lstStyle>
          <a:p/>
        </p:txBody>
      </p:sp>
      <p:sp>
        <p:nvSpPr>
          <p:cNvPr id="18" name="Google Shape;18;g39dddbd7dcc_0_934"/>
          <p:cNvSpPr txBox="1"/>
          <p:nvPr>
            <p:ph idx="10" type="dt"/>
          </p:nvPr>
        </p:nvSpPr>
        <p:spPr>
          <a:xfrm>
            <a:off x="1257300" y="9534525"/>
            <a:ext cx="4114800" cy="547800"/>
          </a:xfrm>
          <a:prstGeom prst="rect">
            <a:avLst/>
          </a:prstGeom>
          <a:noFill/>
          <a:ln>
            <a:noFill/>
          </a:ln>
        </p:spPr>
        <p:txBody>
          <a:bodyPr anchorCtr="0" anchor="ctr" bIns="68550" lIns="137150" spcFirstLastPara="1" rIns="137150" wrap="square" tIns="6855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19" name="Google Shape;19;g39dddbd7dcc_0_934"/>
          <p:cNvSpPr txBox="1"/>
          <p:nvPr>
            <p:ph idx="11" type="ftr"/>
          </p:nvPr>
        </p:nvSpPr>
        <p:spPr>
          <a:xfrm>
            <a:off x="6057900" y="9534525"/>
            <a:ext cx="6172200" cy="547800"/>
          </a:xfrm>
          <a:prstGeom prst="rect">
            <a:avLst/>
          </a:prstGeom>
          <a:noFill/>
          <a:ln>
            <a:noFill/>
          </a:ln>
        </p:spPr>
        <p:txBody>
          <a:bodyPr anchorCtr="0" anchor="ctr" bIns="68550" lIns="137150" spcFirstLastPara="1" rIns="137150" wrap="square" tIns="6855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20" name="Google Shape;20;g39dddbd7dcc_0_934"/>
          <p:cNvSpPr txBox="1"/>
          <p:nvPr>
            <p:ph idx="12" type="sldNum"/>
          </p:nvPr>
        </p:nvSpPr>
        <p:spPr>
          <a:xfrm>
            <a:off x="12915900" y="9534525"/>
            <a:ext cx="4114800" cy="547800"/>
          </a:xfrm>
          <a:prstGeom prst="rect">
            <a:avLst/>
          </a:prstGeom>
          <a:noFill/>
          <a:ln>
            <a:noFill/>
          </a:ln>
        </p:spPr>
        <p:txBody>
          <a:bodyPr anchorCtr="0" anchor="ctr" bIns="68550" lIns="137150" spcFirstLastPara="1" rIns="137150" wrap="square" tIns="6855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g39dddbd7dcc_0_940"/>
          <p:cNvSpPr txBox="1"/>
          <p:nvPr>
            <p:ph type="title"/>
          </p:nvPr>
        </p:nvSpPr>
        <p:spPr>
          <a:xfrm>
            <a:off x="1257300" y="547688"/>
            <a:ext cx="15773400" cy="1988700"/>
          </a:xfrm>
          <a:prstGeom prst="rect">
            <a:avLst/>
          </a:prstGeom>
          <a:noFill/>
          <a:ln>
            <a:noFill/>
          </a:ln>
        </p:spPr>
        <p:txBody>
          <a:bodyPr anchorCtr="0" anchor="ctr" bIns="68550" lIns="137150" spcFirstLastPara="1" rIns="137150" wrap="square" tIns="68550">
            <a:normAutofit/>
          </a:bodyPr>
          <a:lstStyle>
            <a:lvl1pPr lvl="0" algn="l">
              <a:lnSpc>
                <a:spcPct val="90000"/>
              </a:lnSpc>
              <a:spcBef>
                <a:spcPts val="0"/>
              </a:spcBef>
              <a:spcAft>
                <a:spcPts val="0"/>
              </a:spcAft>
              <a:buClr>
                <a:schemeClr val="dk1"/>
              </a:buClr>
              <a:buSzPts val="27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23" name="Google Shape;23;g39dddbd7dcc_0_940"/>
          <p:cNvSpPr txBox="1"/>
          <p:nvPr>
            <p:ph idx="1" type="body"/>
          </p:nvPr>
        </p:nvSpPr>
        <p:spPr>
          <a:xfrm>
            <a:off x="1257300" y="2738438"/>
            <a:ext cx="15773400" cy="6526800"/>
          </a:xfrm>
          <a:prstGeom prst="rect">
            <a:avLst/>
          </a:prstGeom>
          <a:noFill/>
          <a:ln>
            <a:noFill/>
          </a:ln>
        </p:spPr>
        <p:txBody>
          <a:bodyPr anchorCtr="0" anchor="t" bIns="68550" lIns="137150" spcFirstLastPara="1" rIns="137150" wrap="square" tIns="68550">
            <a:normAutofit/>
          </a:bodyPr>
          <a:lstStyle>
            <a:lvl1pPr indent="-400050" lvl="0" marL="457200" algn="l">
              <a:lnSpc>
                <a:spcPct val="90000"/>
              </a:lnSpc>
              <a:spcBef>
                <a:spcPts val="1500"/>
              </a:spcBef>
              <a:spcAft>
                <a:spcPts val="0"/>
              </a:spcAft>
              <a:buClr>
                <a:schemeClr val="dk1"/>
              </a:buClr>
              <a:buSzPts val="2700"/>
              <a:buChar char="•"/>
              <a:defRPr/>
            </a:lvl1pPr>
            <a:lvl2pPr indent="-400050" lvl="1" marL="914400" algn="l">
              <a:lnSpc>
                <a:spcPct val="90000"/>
              </a:lnSpc>
              <a:spcBef>
                <a:spcPts val="800"/>
              </a:spcBef>
              <a:spcAft>
                <a:spcPts val="0"/>
              </a:spcAft>
              <a:buClr>
                <a:schemeClr val="dk1"/>
              </a:buClr>
              <a:buSzPts val="2700"/>
              <a:buChar char="•"/>
              <a:defRPr/>
            </a:lvl2pPr>
            <a:lvl3pPr indent="-400050" lvl="2" marL="1371600" algn="l">
              <a:lnSpc>
                <a:spcPct val="90000"/>
              </a:lnSpc>
              <a:spcBef>
                <a:spcPts val="800"/>
              </a:spcBef>
              <a:spcAft>
                <a:spcPts val="0"/>
              </a:spcAft>
              <a:buClr>
                <a:schemeClr val="dk1"/>
              </a:buClr>
              <a:buSzPts val="2700"/>
              <a:buChar char="•"/>
              <a:defRPr/>
            </a:lvl3pPr>
            <a:lvl4pPr indent="-400050" lvl="3" marL="1828800" algn="l">
              <a:lnSpc>
                <a:spcPct val="90000"/>
              </a:lnSpc>
              <a:spcBef>
                <a:spcPts val="800"/>
              </a:spcBef>
              <a:spcAft>
                <a:spcPts val="0"/>
              </a:spcAft>
              <a:buClr>
                <a:schemeClr val="dk1"/>
              </a:buClr>
              <a:buSzPts val="2700"/>
              <a:buChar char="•"/>
              <a:defRPr/>
            </a:lvl4pPr>
            <a:lvl5pPr indent="-400050" lvl="4" marL="2286000" algn="l">
              <a:lnSpc>
                <a:spcPct val="90000"/>
              </a:lnSpc>
              <a:spcBef>
                <a:spcPts val="800"/>
              </a:spcBef>
              <a:spcAft>
                <a:spcPts val="0"/>
              </a:spcAft>
              <a:buClr>
                <a:schemeClr val="dk1"/>
              </a:buClr>
              <a:buSzPts val="2700"/>
              <a:buChar char="•"/>
              <a:defRPr/>
            </a:lvl5pPr>
            <a:lvl6pPr indent="-400050" lvl="5" marL="2743200" algn="l">
              <a:lnSpc>
                <a:spcPct val="90000"/>
              </a:lnSpc>
              <a:spcBef>
                <a:spcPts val="800"/>
              </a:spcBef>
              <a:spcAft>
                <a:spcPts val="0"/>
              </a:spcAft>
              <a:buClr>
                <a:schemeClr val="dk1"/>
              </a:buClr>
              <a:buSzPts val="2700"/>
              <a:buChar char="•"/>
              <a:defRPr/>
            </a:lvl6pPr>
            <a:lvl7pPr indent="-400050" lvl="6" marL="3200400" algn="l">
              <a:lnSpc>
                <a:spcPct val="90000"/>
              </a:lnSpc>
              <a:spcBef>
                <a:spcPts val="800"/>
              </a:spcBef>
              <a:spcAft>
                <a:spcPts val="0"/>
              </a:spcAft>
              <a:buClr>
                <a:schemeClr val="dk1"/>
              </a:buClr>
              <a:buSzPts val="2700"/>
              <a:buChar char="•"/>
              <a:defRPr/>
            </a:lvl7pPr>
            <a:lvl8pPr indent="-400050" lvl="7" marL="3657600" algn="l">
              <a:lnSpc>
                <a:spcPct val="90000"/>
              </a:lnSpc>
              <a:spcBef>
                <a:spcPts val="800"/>
              </a:spcBef>
              <a:spcAft>
                <a:spcPts val="0"/>
              </a:spcAft>
              <a:buClr>
                <a:schemeClr val="dk1"/>
              </a:buClr>
              <a:buSzPts val="2700"/>
              <a:buChar char="•"/>
              <a:defRPr/>
            </a:lvl8pPr>
            <a:lvl9pPr indent="-400050" lvl="8" marL="4114800" algn="l">
              <a:lnSpc>
                <a:spcPct val="90000"/>
              </a:lnSpc>
              <a:spcBef>
                <a:spcPts val="800"/>
              </a:spcBef>
              <a:spcAft>
                <a:spcPts val="0"/>
              </a:spcAft>
              <a:buClr>
                <a:schemeClr val="dk1"/>
              </a:buClr>
              <a:buSzPts val="2700"/>
              <a:buChar char="•"/>
              <a:defRPr/>
            </a:lvl9pPr>
          </a:lstStyle>
          <a:p/>
        </p:txBody>
      </p:sp>
      <p:sp>
        <p:nvSpPr>
          <p:cNvPr id="24" name="Google Shape;24;g39dddbd7dcc_0_940"/>
          <p:cNvSpPr txBox="1"/>
          <p:nvPr>
            <p:ph idx="10" type="dt"/>
          </p:nvPr>
        </p:nvSpPr>
        <p:spPr>
          <a:xfrm>
            <a:off x="1257300" y="9534525"/>
            <a:ext cx="4114800" cy="547800"/>
          </a:xfrm>
          <a:prstGeom prst="rect">
            <a:avLst/>
          </a:prstGeom>
          <a:noFill/>
          <a:ln>
            <a:noFill/>
          </a:ln>
        </p:spPr>
        <p:txBody>
          <a:bodyPr anchorCtr="0" anchor="ctr" bIns="68550" lIns="137150" spcFirstLastPara="1" rIns="137150" wrap="square" tIns="6855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25" name="Google Shape;25;g39dddbd7dcc_0_940"/>
          <p:cNvSpPr txBox="1"/>
          <p:nvPr>
            <p:ph idx="11" type="ftr"/>
          </p:nvPr>
        </p:nvSpPr>
        <p:spPr>
          <a:xfrm>
            <a:off x="6057900" y="9534525"/>
            <a:ext cx="6172200" cy="547800"/>
          </a:xfrm>
          <a:prstGeom prst="rect">
            <a:avLst/>
          </a:prstGeom>
          <a:noFill/>
          <a:ln>
            <a:noFill/>
          </a:ln>
        </p:spPr>
        <p:txBody>
          <a:bodyPr anchorCtr="0" anchor="ctr" bIns="68550" lIns="137150" spcFirstLastPara="1" rIns="137150" wrap="square" tIns="6855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26" name="Google Shape;26;g39dddbd7dcc_0_940"/>
          <p:cNvSpPr txBox="1"/>
          <p:nvPr>
            <p:ph idx="12" type="sldNum"/>
          </p:nvPr>
        </p:nvSpPr>
        <p:spPr>
          <a:xfrm>
            <a:off x="12915900" y="9534525"/>
            <a:ext cx="4114800" cy="547800"/>
          </a:xfrm>
          <a:prstGeom prst="rect">
            <a:avLst/>
          </a:prstGeom>
          <a:noFill/>
          <a:ln>
            <a:noFill/>
          </a:ln>
        </p:spPr>
        <p:txBody>
          <a:bodyPr anchorCtr="0" anchor="ctr" bIns="68550" lIns="137150" spcFirstLastPara="1" rIns="137150" wrap="square" tIns="6855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g39dddbd7dcc_0_946"/>
          <p:cNvSpPr txBox="1"/>
          <p:nvPr>
            <p:ph type="title"/>
          </p:nvPr>
        </p:nvSpPr>
        <p:spPr>
          <a:xfrm>
            <a:off x="1247775" y="2564607"/>
            <a:ext cx="15773400" cy="4279200"/>
          </a:xfrm>
          <a:prstGeom prst="rect">
            <a:avLst/>
          </a:prstGeom>
          <a:noFill/>
          <a:ln>
            <a:noFill/>
          </a:ln>
        </p:spPr>
        <p:txBody>
          <a:bodyPr anchorCtr="0" anchor="b" bIns="68550" lIns="137150" spcFirstLastPara="1" rIns="137150" wrap="square" tIns="68550">
            <a:normAutofit/>
          </a:bodyPr>
          <a:lstStyle>
            <a:lvl1pPr lvl="0" algn="l">
              <a:lnSpc>
                <a:spcPct val="90000"/>
              </a:lnSpc>
              <a:spcBef>
                <a:spcPts val="0"/>
              </a:spcBef>
              <a:spcAft>
                <a:spcPts val="0"/>
              </a:spcAft>
              <a:buClr>
                <a:schemeClr val="dk1"/>
              </a:buClr>
              <a:buSzPts val="9000"/>
              <a:buFont typeface="Calibri"/>
              <a:buNone/>
              <a:defRPr sz="9000"/>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29" name="Google Shape;29;g39dddbd7dcc_0_946"/>
          <p:cNvSpPr txBox="1"/>
          <p:nvPr>
            <p:ph idx="1" type="body"/>
          </p:nvPr>
        </p:nvSpPr>
        <p:spPr>
          <a:xfrm>
            <a:off x="1247775" y="6884195"/>
            <a:ext cx="15773400" cy="2250600"/>
          </a:xfrm>
          <a:prstGeom prst="rect">
            <a:avLst/>
          </a:prstGeom>
          <a:noFill/>
          <a:ln>
            <a:noFill/>
          </a:ln>
        </p:spPr>
        <p:txBody>
          <a:bodyPr anchorCtr="0" anchor="t" bIns="68550" lIns="137150" spcFirstLastPara="1" rIns="137150" wrap="square" tIns="68550">
            <a:normAutofit/>
          </a:bodyPr>
          <a:lstStyle>
            <a:lvl1pPr indent="-228600" lvl="0" marL="457200" algn="l">
              <a:lnSpc>
                <a:spcPct val="90000"/>
              </a:lnSpc>
              <a:spcBef>
                <a:spcPts val="1500"/>
              </a:spcBef>
              <a:spcAft>
                <a:spcPts val="0"/>
              </a:spcAft>
              <a:buClr>
                <a:srgbClr val="888888"/>
              </a:buClr>
              <a:buSzPts val="3600"/>
              <a:buNone/>
              <a:defRPr sz="3600">
                <a:solidFill>
                  <a:srgbClr val="888888"/>
                </a:solidFill>
              </a:defRPr>
            </a:lvl1pPr>
            <a:lvl2pPr indent="-228600" lvl="1" marL="914400" algn="l">
              <a:lnSpc>
                <a:spcPct val="90000"/>
              </a:lnSpc>
              <a:spcBef>
                <a:spcPts val="800"/>
              </a:spcBef>
              <a:spcAft>
                <a:spcPts val="0"/>
              </a:spcAft>
              <a:buClr>
                <a:srgbClr val="888888"/>
              </a:buClr>
              <a:buSzPts val="3000"/>
              <a:buNone/>
              <a:defRPr sz="3000">
                <a:solidFill>
                  <a:srgbClr val="888888"/>
                </a:solidFill>
              </a:defRPr>
            </a:lvl2pPr>
            <a:lvl3pPr indent="-228600" lvl="2" marL="1371600" algn="l">
              <a:lnSpc>
                <a:spcPct val="90000"/>
              </a:lnSpc>
              <a:spcBef>
                <a:spcPts val="800"/>
              </a:spcBef>
              <a:spcAft>
                <a:spcPts val="0"/>
              </a:spcAft>
              <a:buClr>
                <a:srgbClr val="888888"/>
              </a:buClr>
              <a:buSzPts val="2700"/>
              <a:buNone/>
              <a:defRPr sz="2700">
                <a:solidFill>
                  <a:srgbClr val="888888"/>
                </a:solidFill>
              </a:defRPr>
            </a:lvl3pPr>
            <a:lvl4pPr indent="-228600" lvl="3" marL="1828800" algn="l">
              <a:lnSpc>
                <a:spcPct val="90000"/>
              </a:lnSpc>
              <a:spcBef>
                <a:spcPts val="800"/>
              </a:spcBef>
              <a:spcAft>
                <a:spcPts val="0"/>
              </a:spcAft>
              <a:buClr>
                <a:srgbClr val="888888"/>
              </a:buClr>
              <a:buSzPts val="2400"/>
              <a:buNone/>
              <a:defRPr sz="2400">
                <a:solidFill>
                  <a:srgbClr val="888888"/>
                </a:solidFill>
              </a:defRPr>
            </a:lvl4pPr>
            <a:lvl5pPr indent="-228600" lvl="4" marL="2286000" algn="l">
              <a:lnSpc>
                <a:spcPct val="90000"/>
              </a:lnSpc>
              <a:spcBef>
                <a:spcPts val="800"/>
              </a:spcBef>
              <a:spcAft>
                <a:spcPts val="0"/>
              </a:spcAft>
              <a:buClr>
                <a:srgbClr val="888888"/>
              </a:buClr>
              <a:buSzPts val="2400"/>
              <a:buNone/>
              <a:defRPr sz="2400">
                <a:solidFill>
                  <a:srgbClr val="888888"/>
                </a:solidFill>
              </a:defRPr>
            </a:lvl5pPr>
            <a:lvl6pPr indent="-228600" lvl="5" marL="2743200" algn="l">
              <a:lnSpc>
                <a:spcPct val="90000"/>
              </a:lnSpc>
              <a:spcBef>
                <a:spcPts val="800"/>
              </a:spcBef>
              <a:spcAft>
                <a:spcPts val="0"/>
              </a:spcAft>
              <a:buClr>
                <a:srgbClr val="888888"/>
              </a:buClr>
              <a:buSzPts val="2400"/>
              <a:buNone/>
              <a:defRPr sz="2400">
                <a:solidFill>
                  <a:srgbClr val="888888"/>
                </a:solidFill>
              </a:defRPr>
            </a:lvl6pPr>
            <a:lvl7pPr indent="-228600" lvl="6" marL="3200400" algn="l">
              <a:lnSpc>
                <a:spcPct val="90000"/>
              </a:lnSpc>
              <a:spcBef>
                <a:spcPts val="800"/>
              </a:spcBef>
              <a:spcAft>
                <a:spcPts val="0"/>
              </a:spcAft>
              <a:buClr>
                <a:srgbClr val="888888"/>
              </a:buClr>
              <a:buSzPts val="2400"/>
              <a:buNone/>
              <a:defRPr sz="2400">
                <a:solidFill>
                  <a:srgbClr val="888888"/>
                </a:solidFill>
              </a:defRPr>
            </a:lvl7pPr>
            <a:lvl8pPr indent="-228600" lvl="7" marL="3657600" algn="l">
              <a:lnSpc>
                <a:spcPct val="90000"/>
              </a:lnSpc>
              <a:spcBef>
                <a:spcPts val="800"/>
              </a:spcBef>
              <a:spcAft>
                <a:spcPts val="0"/>
              </a:spcAft>
              <a:buClr>
                <a:srgbClr val="888888"/>
              </a:buClr>
              <a:buSzPts val="2400"/>
              <a:buNone/>
              <a:defRPr sz="2400">
                <a:solidFill>
                  <a:srgbClr val="888888"/>
                </a:solidFill>
              </a:defRPr>
            </a:lvl8pPr>
            <a:lvl9pPr indent="-228600" lvl="8" marL="4114800" algn="l">
              <a:lnSpc>
                <a:spcPct val="90000"/>
              </a:lnSpc>
              <a:spcBef>
                <a:spcPts val="800"/>
              </a:spcBef>
              <a:spcAft>
                <a:spcPts val="0"/>
              </a:spcAft>
              <a:buClr>
                <a:srgbClr val="888888"/>
              </a:buClr>
              <a:buSzPts val="2400"/>
              <a:buNone/>
              <a:defRPr sz="2400">
                <a:solidFill>
                  <a:srgbClr val="888888"/>
                </a:solidFill>
              </a:defRPr>
            </a:lvl9pPr>
          </a:lstStyle>
          <a:p/>
        </p:txBody>
      </p:sp>
      <p:sp>
        <p:nvSpPr>
          <p:cNvPr id="30" name="Google Shape;30;g39dddbd7dcc_0_946"/>
          <p:cNvSpPr txBox="1"/>
          <p:nvPr>
            <p:ph idx="10" type="dt"/>
          </p:nvPr>
        </p:nvSpPr>
        <p:spPr>
          <a:xfrm>
            <a:off x="1257300" y="9534525"/>
            <a:ext cx="4114800" cy="547800"/>
          </a:xfrm>
          <a:prstGeom prst="rect">
            <a:avLst/>
          </a:prstGeom>
          <a:noFill/>
          <a:ln>
            <a:noFill/>
          </a:ln>
        </p:spPr>
        <p:txBody>
          <a:bodyPr anchorCtr="0" anchor="ctr" bIns="68550" lIns="137150" spcFirstLastPara="1" rIns="137150" wrap="square" tIns="6855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31" name="Google Shape;31;g39dddbd7dcc_0_946"/>
          <p:cNvSpPr txBox="1"/>
          <p:nvPr>
            <p:ph idx="11" type="ftr"/>
          </p:nvPr>
        </p:nvSpPr>
        <p:spPr>
          <a:xfrm>
            <a:off x="6057900" y="9534525"/>
            <a:ext cx="6172200" cy="547800"/>
          </a:xfrm>
          <a:prstGeom prst="rect">
            <a:avLst/>
          </a:prstGeom>
          <a:noFill/>
          <a:ln>
            <a:noFill/>
          </a:ln>
        </p:spPr>
        <p:txBody>
          <a:bodyPr anchorCtr="0" anchor="ctr" bIns="68550" lIns="137150" spcFirstLastPara="1" rIns="137150" wrap="square" tIns="6855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32" name="Google Shape;32;g39dddbd7dcc_0_946"/>
          <p:cNvSpPr txBox="1"/>
          <p:nvPr>
            <p:ph idx="12" type="sldNum"/>
          </p:nvPr>
        </p:nvSpPr>
        <p:spPr>
          <a:xfrm>
            <a:off x="12915900" y="9534525"/>
            <a:ext cx="4114800" cy="547800"/>
          </a:xfrm>
          <a:prstGeom prst="rect">
            <a:avLst/>
          </a:prstGeom>
          <a:noFill/>
          <a:ln>
            <a:noFill/>
          </a:ln>
        </p:spPr>
        <p:txBody>
          <a:bodyPr anchorCtr="0" anchor="ctr" bIns="68550" lIns="137150" spcFirstLastPara="1" rIns="137150" wrap="square" tIns="6855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g39dddbd7dcc_0_952"/>
          <p:cNvSpPr txBox="1"/>
          <p:nvPr>
            <p:ph type="title"/>
          </p:nvPr>
        </p:nvSpPr>
        <p:spPr>
          <a:xfrm>
            <a:off x="1257300" y="547688"/>
            <a:ext cx="15773400" cy="1988700"/>
          </a:xfrm>
          <a:prstGeom prst="rect">
            <a:avLst/>
          </a:prstGeom>
          <a:noFill/>
          <a:ln>
            <a:noFill/>
          </a:ln>
        </p:spPr>
        <p:txBody>
          <a:bodyPr anchorCtr="0" anchor="ctr" bIns="68550" lIns="137150" spcFirstLastPara="1" rIns="137150" wrap="square" tIns="68550">
            <a:normAutofit/>
          </a:bodyPr>
          <a:lstStyle>
            <a:lvl1pPr lvl="0" algn="l">
              <a:lnSpc>
                <a:spcPct val="90000"/>
              </a:lnSpc>
              <a:spcBef>
                <a:spcPts val="0"/>
              </a:spcBef>
              <a:spcAft>
                <a:spcPts val="0"/>
              </a:spcAft>
              <a:buClr>
                <a:schemeClr val="dk1"/>
              </a:buClr>
              <a:buSzPts val="27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35" name="Google Shape;35;g39dddbd7dcc_0_952"/>
          <p:cNvSpPr txBox="1"/>
          <p:nvPr>
            <p:ph idx="1" type="body"/>
          </p:nvPr>
        </p:nvSpPr>
        <p:spPr>
          <a:xfrm>
            <a:off x="1257300" y="2738438"/>
            <a:ext cx="7772400" cy="6526800"/>
          </a:xfrm>
          <a:prstGeom prst="rect">
            <a:avLst/>
          </a:prstGeom>
          <a:noFill/>
          <a:ln>
            <a:noFill/>
          </a:ln>
        </p:spPr>
        <p:txBody>
          <a:bodyPr anchorCtr="0" anchor="t" bIns="68550" lIns="137150" spcFirstLastPara="1" rIns="137150" wrap="square" tIns="68550">
            <a:normAutofit/>
          </a:bodyPr>
          <a:lstStyle>
            <a:lvl1pPr indent="-400050" lvl="0" marL="457200" algn="l">
              <a:lnSpc>
                <a:spcPct val="90000"/>
              </a:lnSpc>
              <a:spcBef>
                <a:spcPts val="1500"/>
              </a:spcBef>
              <a:spcAft>
                <a:spcPts val="0"/>
              </a:spcAft>
              <a:buClr>
                <a:schemeClr val="dk1"/>
              </a:buClr>
              <a:buSzPts val="2700"/>
              <a:buChar char="•"/>
              <a:defRPr/>
            </a:lvl1pPr>
            <a:lvl2pPr indent="-400050" lvl="1" marL="914400" algn="l">
              <a:lnSpc>
                <a:spcPct val="90000"/>
              </a:lnSpc>
              <a:spcBef>
                <a:spcPts val="800"/>
              </a:spcBef>
              <a:spcAft>
                <a:spcPts val="0"/>
              </a:spcAft>
              <a:buClr>
                <a:schemeClr val="dk1"/>
              </a:buClr>
              <a:buSzPts val="2700"/>
              <a:buChar char="•"/>
              <a:defRPr/>
            </a:lvl2pPr>
            <a:lvl3pPr indent="-400050" lvl="2" marL="1371600" algn="l">
              <a:lnSpc>
                <a:spcPct val="90000"/>
              </a:lnSpc>
              <a:spcBef>
                <a:spcPts val="800"/>
              </a:spcBef>
              <a:spcAft>
                <a:spcPts val="0"/>
              </a:spcAft>
              <a:buClr>
                <a:schemeClr val="dk1"/>
              </a:buClr>
              <a:buSzPts val="2700"/>
              <a:buChar char="•"/>
              <a:defRPr/>
            </a:lvl3pPr>
            <a:lvl4pPr indent="-400050" lvl="3" marL="1828800" algn="l">
              <a:lnSpc>
                <a:spcPct val="90000"/>
              </a:lnSpc>
              <a:spcBef>
                <a:spcPts val="800"/>
              </a:spcBef>
              <a:spcAft>
                <a:spcPts val="0"/>
              </a:spcAft>
              <a:buClr>
                <a:schemeClr val="dk1"/>
              </a:buClr>
              <a:buSzPts val="2700"/>
              <a:buChar char="•"/>
              <a:defRPr/>
            </a:lvl4pPr>
            <a:lvl5pPr indent="-400050" lvl="4" marL="2286000" algn="l">
              <a:lnSpc>
                <a:spcPct val="90000"/>
              </a:lnSpc>
              <a:spcBef>
                <a:spcPts val="800"/>
              </a:spcBef>
              <a:spcAft>
                <a:spcPts val="0"/>
              </a:spcAft>
              <a:buClr>
                <a:schemeClr val="dk1"/>
              </a:buClr>
              <a:buSzPts val="2700"/>
              <a:buChar char="•"/>
              <a:defRPr/>
            </a:lvl5pPr>
            <a:lvl6pPr indent="-400050" lvl="5" marL="2743200" algn="l">
              <a:lnSpc>
                <a:spcPct val="90000"/>
              </a:lnSpc>
              <a:spcBef>
                <a:spcPts val="800"/>
              </a:spcBef>
              <a:spcAft>
                <a:spcPts val="0"/>
              </a:spcAft>
              <a:buClr>
                <a:schemeClr val="dk1"/>
              </a:buClr>
              <a:buSzPts val="2700"/>
              <a:buChar char="•"/>
              <a:defRPr/>
            </a:lvl6pPr>
            <a:lvl7pPr indent="-400050" lvl="6" marL="3200400" algn="l">
              <a:lnSpc>
                <a:spcPct val="90000"/>
              </a:lnSpc>
              <a:spcBef>
                <a:spcPts val="800"/>
              </a:spcBef>
              <a:spcAft>
                <a:spcPts val="0"/>
              </a:spcAft>
              <a:buClr>
                <a:schemeClr val="dk1"/>
              </a:buClr>
              <a:buSzPts val="2700"/>
              <a:buChar char="•"/>
              <a:defRPr/>
            </a:lvl7pPr>
            <a:lvl8pPr indent="-400050" lvl="7" marL="3657600" algn="l">
              <a:lnSpc>
                <a:spcPct val="90000"/>
              </a:lnSpc>
              <a:spcBef>
                <a:spcPts val="800"/>
              </a:spcBef>
              <a:spcAft>
                <a:spcPts val="0"/>
              </a:spcAft>
              <a:buClr>
                <a:schemeClr val="dk1"/>
              </a:buClr>
              <a:buSzPts val="2700"/>
              <a:buChar char="•"/>
              <a:defRPr/>
            </a:lvl8pPr>
            <a:lvl9pPr indent="-400050" lvl="8" marL="4114800" algn="l">
              <a:lnSpc>
                <a:spcPct val="90000"/>
              </a:lnSpc>
              <a:spcBef>
                <a:spcPts val="800"/>
              </a:spcBef>
              <a:spcAft>
                <a:spcPts val="0"/>
              </a:spcAft>
              <a:buClr>
                <a:schemeClr val="dk1"/>
              </a:buClr>
              <a:buSzPts val="2700"/>
              <a:buChar char="•"/>
              <a:defRPr/>
            </a:lvl9pPr>
          </a:lstStyle>
          <a:p/>
        </p:txBody>
      </p:sp>
      <p:sp>
        <p:nvSpPr>
          <p:cNvPr id="36" name="Google Shape;36;g39dddbd7dcc_0_952"/>
          <p:cNvSpPr txBox="1"/>
          <p:nvPr>
            <p:ph idx="2" type="body"/>
          </p:nvPr>
        </p:nvSpPr>
        <p:spPr>
          <a:xfrm>
            <a:off x="9258300" y="2738438"/>
            <a:ext cx="7772400" cy="6526800"/>
          </a:xfrm>
          <a:prstGeom prst="rect">
            <a:avLst/>
          </a:prstGeom>
          <a:noFill/>
          <a:ln>
            <a:noFill/>
          </a:ln>
        </p:spPr>
        <p:txBody>
          <a:bodyPr anchorCtr="0" anchor="t" bIns="68550" lIns="137150" spcFirstLastPara="1" rIns="137150" wrap="square" tIns="68550">
            <a:normAutofit/>
          </a:bodyPr>
          <a:lstStyle>
            <a:lvl1pPr indent="-400050" lvl="0" marL="457200" algn="l">
              <a:lnSpc>
                <a:spcPct val="90000"/>
              </a:lnSpc>
              <a:spcBef>
                <a:spcPts val="1500"/>
              </a:spcBef>
              <a:spcAft>
                <a:spcPts val="0"/>
              </a:spcAft>
              <a:buClr>
                <a:schemeClr val="dk1"/>
              </a:buClr>
              <a:buSzPts val="2700"/>
              <a:buChar char="•"/>
              <a:defRPr/>
            </a:lvl1pPr>
            <a:lvl2pPr indent="-400050" lvl="1" marL="914400" algn="l">
              <a:lnSpc>
                <a:spcPct val="90000"/>
              </a:lnSpc>
              <a:spcBef>
                <a:spcPts val="800"/>
              </a:spcBef>
              <a:spcAft>
                <a:spcPts val="0"/>
              </a:spcAft>
              <a:buClr>
                <a:schemeClr val="dk1"/>
              </a:buClr>
              <a:buSzPts val="2700"/>
              <a:buChar char="•"/>
              <a:defRPr/>
            </a:lvl2pPr>
            <a:lvl3pPr indent="-400050" lvl="2" marL="1371600" algn="l">
              <a:lnSpc>
                <a:spcPct val="90000"/>
              </a:lnSpc>
              <a:spcBef>
                <a:spcPts val="800"/>
              </a:spcBef>
              <a:spcAft>
                <a:spcPts val="0"/>
              </a:spcAft>
              <a:buClr>
                <a:schemeClr val="dk1"/>
              </a:buClr>
              <a:buSzPts val="2700"/>
              <a:buChar char="•"/>
              <a:defRPr/>
            </a:lvl3pPr>
            <a:lvl4pPr indent="-400050" lvl="3" marL="1828800" algn="l">
              <a:lnSpc>
                <a:spcPct val="90000"/>
              </a:lnSpc>
              <a:spcBef>
                <a:spcPts val="800"/>
              </a:spcBef>
              <a:spcAft>
                <a:spcPts val="0"/>
              </a:spcAft>
              <a:buClr>
                <a:schemeClr val="dk1"/>
              </a:buClr>
              <a:buSzPts val="2700"/>
              <a:buChar char="•"/>
              <a:defRPr/>
            </a:lvl4pPr>
            <a:lvl5pPr indent="-400050" lvl="4" marL="2286000" algn="l">
              <a:lnSpc>
                <a:spcPct val="90000"/>
              </a:lnSpc>
              <a:spcBef>
                <a:spcPts val="800"/>
              </a:spcBef>
              <a:spcAft>
                <a:spcPts val="0"/>
              </a:spcAft>
              <a:buClr>
                <a:schemeClr val="dk1"/>
              </a:buClr>
              <a:buSzPts val="2700"/>
              <a:buChar char="•"/>
              <a:defRPr/>
            </a:lvl5pPr>
            <a:lvl6pPr indent="-400050" lvl="5" marL="2743200" algn="l">
              <a:lnSpc>
                <a:spcPct val="90000"/>
              </a:lnSpc>
              <a:spcBef>
                <a:spcPts val="800"/>
              </a:spcBef>
              <a:spcAft>
                <a:spcPts val="0"/>
              </a:spcAft>
              <a:buClr>
                <a:schemeClr val="dk1"/>
              </a:buClr>
              <a:buSzPts val="2700"/>
              <a:buChar char="•"/>
              <a:defRPr/>
            </a:lvl6pPr>
            <a:lvl7pPr indent="-400050" lvl="6" marL="3200400" algn="l">
              <a:lnSpc>
                <a:spcPct val="90000"/>
              </a:lnSpc>
              <a:spcBef>
                <a:spcPts val="800"/>
              </a:spcBef>
              <a:spcAft>
                <a:spcPts val="0"/>
              </a:spcAft>
              <a:buClr>
                <a:schemeClr val="dk1"/>
              </a:buClr>
              <a:buSzPts val="2700"/>
              <a:buChar char="•"/>
              <a:defRPr/>
            </a:lvl7pPr>
            <a:lvl8pPr indent="-400050" lvl="7" marL="3657600" algn="l">
              <a:lnSpc>
                <a:spcPct val="90000"/>
              </a:lnSpc>
              <a:spcBef>
                <a:spcPts val="800"/>
              </a:spcBef>
              <a:spcAft>
                <a:spcPts val="0"/>
              </a:spcAft>
              <a:buClr>
                <a:schemeClr val="dk1"/>
              </a:buClr>
              <a:buSzPts val="2700"/>
              <a:buChar char="•"/>
              <a:defRPr/>
            </a:lvl8pPr>
            <a:lvl9pPr indent="-400050" lvl="8" marL="4114800" algn="l">
              <a:lnSpc>
                <a:spcPct val="90000"/>
              </a:lnSpc>
              <a:spcBef>
                <a:spcPts val="800"/>
              </a:spcBef>
              <a:spcAft>
                <a:spcPts val="0"/>
              </a:spcAft>
              <a:buClr>
                <a:schemeClr val="dk1"/>
              </a:buClr>
              <a:buSzPts val="2700"/>
              <a:buChar char="•"/>
              <a:defRPr/>
            </a:lvl9pPr>
          </a:lstStyle>
          <a:p/>
        </p:txBody>
      </p:sp>
      <p:sp>
        <p:nvSpPr>
          <p:cNvPr id="37" name="Google Shape;37;g39dddbd7dcc_0_952"/>
          <p:cNvSpPr txBox="1"/>
          <p:nvPr>
            <p:ph idx="10" type="dt"/>
          </p:nvPr>
        </p:nvSpPr>
        <p:spPr>
          <a:xfrm>
            <a:off x="1257300" y="9534525"/>
            <a:ext cx="4114800" cy="547800"/>
          </a:xfrm>
          <a:prstGeom prst="rect">
            <a:avLst/>
          </a:prstGeom>
          <a:noFill/>
          <a:ln>
            <a:noFill/>
          </a:ln>
        </p:spPr>
        <p:txBody>
          <a:bodyPr anchorCtr="0" anchor="ctr" bIns="68550" lIns="137150" spcFirstLastPara="1" rIns="137150" wrap="square" tIns="6855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38" name="Google Shape;38;g39dddbd7dcc_0_952"/>
          <p:cNvSpPr txBox="1"/>
          <p:nvPr>
            <p:ph idx="11" type="ftr"/>
          </p:nvPr>
        </p:nvSpPr>
        <p:spPr>
          <a:xfrm>
            <a:off x="6057900" y="9534525"/>
            <a:ext cx="6172200" cy="547800"/>
          </a:xfrm>
          <a:prstGeom prst="rect">
            <a:avLst/>
          </a:prstGeom>
          <a:noFill/>
          <a:ln>
            <a:noFill/>
          </a:ln>
        </p:spPr>
        <p:txBody>
          <a:bodyPr anchorCtr="0" anchor="ctr" bIns="68550" lIns="137150" spcFirstLastPara="1" rIns="137150" wrap="square" tIns="6855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39" name="Google Shape;39;g39dddbd7dcc_0_952"/>
          <p:cNvSpPr txBox="1"/>
          <p:nvPr>
            <p:ph idx="12" type="sldNum"/>
          </p:nvPr>
        </p:nvSpPr>
        <p:spPr>
          <a:xfrm>
            <a:off x="12915900" y="9534525"/>
            <a:ext cx="4114800" cy="547800"/>
          </a:xfrm>
          <a:prstGeom prst="rect">
            <a:avLst/>
          </a:prstGeom>
          <a:noFill/>
          <a:ln>
            <a:noFill/>
          </a:ln>
        </p:spPr>
        <p:txBody>
          <a:bodyPr anchorCtr="0" anchor="ctr" bIns="68550" lIns="137150" spcFirstLastPara="1" rIns="137150" wrap="square" tIns="6855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g39dddbd7dcc_0_959"/>
          <p:cNvSpPr txBox="1"/>
          <p:nvPr>
            <p:ph type="title"/>
          </p:nvPr>
        </p:nvSpPr>
        <p:spPr>
          <a:xfrm>
            <a:off x="1259682" y="547688"/>
            <a:ext cx="15773400" cy="1988700"/>
          </a:xfrm>
          <a:prstGeom prst="rect">
            <a:avLst/>
          </a:prstGeom>
          <a:noFill/>
          <a:ln>
            <a:noFill/>
          </a:ln>
        </p:spPr>
        <p:txBody>
          <a:bodyPr anchorCtr="0" anchor="ctr" bIns="68550" lIns="137150" spcFirstLastPara="1" rIns="137150" wrap="square" tIns="68550">
            <a:normAutofit/>
          </a:bodyPr>
          <a:lstStyle>
            <a:lvl1pPr lvl="0" algn="l">
              <a:lnSpc>
                <a:spcPct val="90000"/>
              </a:lnSpc>
              <a:spcBef>
                <a:spcPts val="0"/>
              </a:spcBef>
              <a:spcAft>
                <a:spcPts val="0"/>
              </a:spcAft>
              <a:buClr>
                <a:schemeClr val="dk1"/>
              </a:buClr>
              <a:buSzPts val="27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42" name="Google Shape;42;g39dddbd7dcc_0_959"/>
          <p:cNvSpPr txBox="1"/>
          <p:nvPr>
            <p:ph idx="1" type="body"/>
          </p:nvPr>
        </p:nvSpPr>
        <p:spPr>
          <a:xfrm>
            <a:off x="1259682" y="2521745"/>
            <a:ext cx="7737000" cy="1235700"/>
          </a:xfrm>
          <a:prstGeom prst="rect">
            <a:avLst/>
          </a:prstGeom>
          <a:noFill/>
          <a:ln>
            <a:noFill/>
          </a:ln>
        </p:spPr>
        <p:txBody>
          <a:bodyPr anchorCtr="0" anchor="b" bIns="68550" lIns="137150" spcFirstLastPara="1" rIns="137150" wrap="square" tIns="68550">
            <a:normAutofit/>
          </a:bodyPr>
          <a:lstStyle>
            <a:lvl1pPr indent="-228600" lvl="0" marL="457200" algn="l">
              <a:lnSpc>
                <a:spcPct val="90000"/>
              </a:lnSpc>
              <a:spcBef>
                <a:spcPts val="1500"/>
              </a:spcBef>
              <a:spcAft>
                <a:spcPts val="0"/>
              </a:spcAft>
              <a:buClr>
                <a:schemeClr val="dk1"/>
              </a:buClr>
              <a:buSzPts val="3600"/>
              <a:buNone/>
              <a:defRPr b="1" sz="3600"/>
            </a:lvl1pPr>
            <a:lvl2pPr indent="-228600" lvl="1" marL="914400" algn="l">
              <a:lnSpc>
                <a:spcPct val="90000"/>
              </a:lnSpc>
              <a:spcBef>
                <a:spcPts val="800"/>
              </a:spcBef>
              <a:spcAft>
                <a:spcPts val="0"/>
              </a:spcAft>
              <a:buClr>
                <a:schemeClr val="dk1"/>
              </a:buClr>
              <a:buSzPts val="3000"/>
              <a:buNone/>
              <a:defRPr b="1" sz="3000"/>
            </a:lvl2pPr>
            <a:lvl3pPr indent="-228600" lvl="2" marL="1371600" algn="l">
              <a:lnSpc>
                <a:spcPct val="90000"/>
              </a:lnSpc>
              <a:spcBef>
                <a:spcPts val="800"/>
              </a:spcBef>
              <a:spcAft>
                <a:spcPts val="0"/>
              </a:spcAft>
              <a:buClr>
                <a:schemeClr val="dk1"/>
              </a:buClr>
              <a:buSzPts val="2700"/>
              <a:buNone/>
              <a:defRPr b="1" sz="2700"/>
            </a:lvl3pPr>
            <a:lvl4pPr indent="-228600" lvl="3" marL="1828800" algn="l">
              <a:lnSpc>
                <a:spcPct val="90000"/>
              </a:lnSpc>
              <a:spcBef>
                <a:spcPts val="800"/>
              </a:spcBef>
              <a:spcAft>
                <a:spcPts val="0"/>
              </a:spcAft>
              <a:buClr>
                <a:schemeClr val="dk1"/>
              </a:buClr>
              <a:buSzPts val="2400"/>
              <a:buNone/>
              <a:defRPr b="1" sz="2400"/>
            </a:lvl4pPr>
            <a:lvl5pPr indent="-228600" lvl="4" marL="2286000" algn="l">
              <a:lnSpc>
                <a:spcPct val="90000"/>
              </a:lnSpc>
              <a:spcBef>
                <a:spcPts val="800"/>
              </a:spcBef>
              <a:spcAft>
                <a:spcPts val="0"/>
              </a:spcAft>
              <a:buClr>
                <a:schemeClr val="dk1"/>
              </a:buClr>
              <a:buSzPts val="2400"/>
              <a:buNone/>
              <a:defRPr b="1" sz="2400"/>
            </a:lvl5pPr>
            <a:lvl6pPr indent="-228600" lvl="5" marL="2743200" algn="l">
              <a:lnSpc>
                <a:spcPct val="90000"/>
              </a:lnSpc>
              <a:spcBef>
                <a:spcPts val="800"/>
              </a:spcBef>
              <a:spcAft>
                <a:spcPts val="0"/>
              </a:spcAft>
              <a:buClr>
                <a:schemeClr val="dk1"/>
              </a:buClr>
              <a:buSzPts val="2400"/>
              <a:buNone/>
              <a:defRPr b="1" sz="2400"/>
            </a:lvl6pPr>
            <a:lvl7pPr indent="-228600" lvl="6" marL="3200400" algn="l">
              <a:lnSpc>
                <a:spcPct val="90000"/>
              </a:lnSpc>
              <a:spcBef>
                <a:spcPts val="800"/>
              </a:spcBef>
              <a:spcAft>
                <a:spcPts val="0"/>
              </a:spcAft>
              <a:buClr>
                <a:schemeClr val="dk1"/>
              </a:buClr>
              <a:buSzPts val="2400"/>
              <a:buNone/>
              <a:defRPr b="1" sz="2400"/>
            </a:lvl7pPr>
            <a:lvl8pPr indent="-228600" lvl="7" marL="3657600" algn="l">
              <a:lnSpc>
                <a:spcPct val="90000"/>
              </a:lnSpc>
              <a:spcBef>
                <a:spcPts val="800"/>
              </a:spcBef>
              <a:spcAft>
                <a:spcPts val="0"/>
              </a:spcAft>
              <a:buClr>
                <a:schemeClr val="dk1"/>
              </a:buClr>
              <a:buSzPts val="2400"/>
              <a:buNone/>
              <a:defRPr b="1" sz="2400"/>
            </a:lvl8pPr>
            <a:lvl9pPr indent="-228600" lvl="8" marL="4114800" algn="l">
              <a:lnSpc>
                <a:spcPct val="90000"/>
              </a:lnSpc>
              <a:spcBef>
                <a:spcPts val="800"/>
              </a:spcBef>
              <a:spcAft>
                <a:spcPts val="0"/>
              </a:spcAft>
              <a:buClr>
                <a:schemeClr val="dk1"/>
              </a:buClr>
              <a:buSzPts val="2400"/>
              <a:buNone/>
              <a:defRPr b="1" sz="2400"/>
            </a:lvl9pPr>
          </a:lstStyle>
          <a:p/>
        </p:txBody>
      </p:sp>
      <p:sp>
        <p:nvSpPr>
          <p:cNvPr id="43" name="Google Shape;43;g39dddbd7dcc_0_959"/>
          <p:cNvSpPr txBox="1"/>
          <p:nvPr>
            <p:ph idx="2" type="body"/>
          </p:nvPr>
        </p:nvSpPr>
        <p:spPr>
          <a:xfrm>
            <a:off x="1259682" y="3757613"/>
            <a:ext cx="7737000" cy="5526900"/>
          </a:xfrm>
          <a:prstGeom prst="rect">
            <a:avLst/>
          </a:prstGeom>
          <a:noFill/>
          <a:ln>
            <a:noFill/>
          </a:ln>
        </p:spPr>
        <p:txBody>
          <a:bodyPr anchorCtr="0" anchor="t" bIns="68550" lIns="137150" spcFirstLastPara="1" rIns="137150" wrap="square" tIns="68550">
            <a:normAutofit/>
          </a:bodyPr>
          <a:lstStyle>
            <a:lvl1pPr indent="-400050" lvl="0" marL="457200" algn="l">
              <a:lnSpc>
                <a:spcPct val="90000"/>
              </a:lnSpc>
              <a:spcBef>
                <a:spcPts val="1500"/>
              </a:spcBef>
              <a:spcAft>
                <a:spcPts val="0"/>
              </a:spcAft>
              <a:buClr>
                <a:schemeClr val="dk1"/>
              </a:buClr>
              <a:buSzPts val="2700"/>
              <a:buChar char="•"/>
              <a:defRPr/>
            </a:lvl1pPr>
            <a:lvl2pPr indent="-400050" lvl="1" marL="914400" algn="l">
              <a:lnSpc>
                <a:spcPct val="90000"/>
              </a:lnSpc>
              <a:spcBef>
                <a:spcPts val="800"/>
              </a:spcBef>
              <a:spcAft>
                <a:spcPts val="0"/>
              </a:spcAft>
              <a:buClr>
                <a:schemeClr val="dk1"/>
              </a:buClr>
              <a:buSzPts val="2700"/>
              <a:buChar char="•"/>
              <a:defRPr/>
            </a:lvl2pPr>
            <a:lvl3pPr indent="-400050" lvl="2" marL="1371600" algn="l">
              <a:lnSpc>
                <a:spcPct val="90000"/>
              </a:lnSpc>
              <a:spcBef>
                <a:spcPts val="800"/>
              </a:spcBef>
              <a:spcAft>
                <a:spcPts val="0"/>
              </a:spcAft>
              <a:buClr>
                <a:schemeClr val="dk1"/>
              </a:buClr>
              <a:buSzPts val="2700"/>
              <a:buChar char="•"/>
              <a:defRPr/>
            </a:lvl3pPr>
            <a:lvl4pPr indent="-400050" lvl="3" marL="1828800" algn="l">
              <a:lnSpc>
                <a:spcPct val="90000"/>
              </a:lnSpc>
              <a:spcBef>
                <a:spcPts val="800"/>
              </a:spcBef>
              <a:spcAft>
                <a:spcPts val="0"/>
              </a:spcAft>
              <a:buClr>
                <a:schemeClr val="dk1"/>
              </a:buClr>
              <a:buSzPts val="2700"/>
              <a:buChar char="•"/>
              <a:defRPr/>
            </a:lvl4pPr>
            <a:lvl5pPr indent="-400050" lvl="4" marL="2286000" algn="l">
              <a:lnSpc>
                <a:spcPct val="90000"/>
              </a:lnSpc>
              <a:spcBef>
                <a:spcPts val="800"/>
              </a:spcBef>
              <a:spcAft>
                <a:spcPts val="0"/>
              </a:spcAft>
              <a:buClr>
                <a:schemeClr val="dk1"/>
              </a:buClr>
              <a:buSzPts val="2700"/>
              <a:buChar char="•"/>
              <a:defRPr/>
            </a:lvl5pPr>
            <a:lvl6pPr indent="-400050" lvl="5" marL="2743200" algn="l">
              <a:lnSpc>
                <a:spcPct val="90000"/>
              </a:lnSpc>
              <a:spcBef>
                <a:spcPts val="800"/>
              </a:spcBef>
              <a:spcAft>
                <a:spcPts val="0"/>
              </a:spcAft>
              <a:buClr>
                <a:schemeClr val="dk1"/>
              </a:buClr>
              <a:buSzPts val="2700"/>
              <a:buChar char="•"/>
              <a:defRPr/>
            </a:lvl6pPr>
            <a:lvl7pPr indent="-400050" lvl="6" marL="3200400" algn="l">
              <a:lnSpc>
                <a:spcPct val="90000"/>
              </a:lnSpc>
              <a:spcBef>
                <a:spcPts val="800"/>
              </a:spcBef>
              <a:spcAft>
                <a:spcPts val="0"/>
              </a:spcAft>
              <a:buClr>
                <a:schemeClr val="dk1"/>
              </a:buClr>
              <a:buSzPts val="2700"/>
              <a:buChar char="•"/>
              <a:defRPr/>
            </a:lvl7pPr>
            <a:lvl8pPr indent="-400050" lvl="7" marL="3657600" algn="l">
              <a:lnSpc>
                <a:spcPct val="90000"/>
              </a:lnSpc>
              <a:spcBef>
                <a:spcPts val="800"/>
              </a:spcBef>
              <a:spcAft>
                <a:spcPts val="0"/>
              </a:spcAft>
              <a:buClr>
                <a:schemeClr val="dk1"/>
              </a:buClr>
              <a:buSzPts val="2700"/>
              <a:buChar char="•"/>
              <a:defRPr/>
            </a:lvl8pPr>
            <a:lvl9pPr indent="-400050" lvl="8" marL="4114800" algn="l">
              <a:lnSpc>
                <a:spcPct val="90000"/>
              </a:lnSpc>
              <a:spcBef>
                <a:spcPts val="800"/>
              </a:spcBef>
              <a:spcAft>
                <a:spcPts val="0"/>
              </a:spcAft>
              <a:buClr>
                <a:schemeClr val="dk1"/>
              </a:buClr>
              <a:buSzPts val="2700"/>
              <a:buChar char="•"/>
              <a:defRPr/>
            </a:lvl9pPr>
          </a:lstStyle>
          <a:p/>
        </p:txBody>
      </p:sp>
      <p:sp>
        <p:nvSpPr>
          <p:cNvPr id="44" name="Google Shape;44;g39dddbd7dcc_0_959"/>
          <p:cNvSpPr txBox="1"/>
          <p:nvPr>
            <p:ph idx="3" type="body"/>
          </p:nvPr>
        </p:nvSpPr>
        <p:spPr>
          <a:xfrm>
            <a:off x="9258300" y="2521745"/>
            <a:ext cx="7774500" cy="1235700"/>
          </a:xfrm>
          <a:prstGeom prst="rect">
            <a:avLst/>
          </a:prstGeom>
          <a:noFill/>
          <a:ln>
            <a:noFill/>
          </a:ln>
        </p:spPr>
        <p:txBody>
          <a:bodyPr anchorCtr="0" anchor="b" bIns="68550" lIns="137150" spcFirstLastPara="1" rIns="137150" wrap="square" tIns="68550">
            <a:normAutofit/>
          </a:bodyPr>
          <a:lstStyle>
            <a:lvl1pPr indent="-228600" lvl="0" marL="457200" algn="l">
              <a:lnSpc>
                <a:spcPct val="90000"/>
              </a:lnSpc>
              <a:spcBef>
                <a:spcPts val="1500"/>
              </a:spcBef>
              <a:spcAft>
                <a:spcPts val="0"/>
              </a:spcAft>
              <a:buClr>
                <a:schemeClr val="dk1"/>
              </a:buClr>
              <a:buSzPts val="3600"/>
              <a:buNone/>
              <a:defRPr b="1" sz="3600"/>
            </a:lvl1pPr>
            <a:lvl2pPr indent="-228600" lvl="1" marL="914400" algn="l">
              <a:lnSpc>
                <a:spcPct val="90000"/>
              </a:lnSpc>
              <a:spcBef>
                <a:spcPts val="800"/>
              </a:spcBef>
              <a:spcAft>
                <a:spcPts val="0"/>
              </a:spcAft>
              <a:buClr>
                <a:schemeClr val="dk1"/>
              </a:buClr>
              <a:buSzPts val="3000"/>
              <a:buNone/>
              <a:defRPr b="1" sz="3000"/>
            </a:lvl2pPr>
            <a:lvl3pPr indent="-228600" lvl="2" marL="1371600" algn="l">
              <a:lnSpc>
                <a:spcPct val="90000"/>
              </a:lnSpc>
              <a:spcBef>
                <a:spcPts val="800"/>
              </a:spcBef>
              <a:spcAft>
                <a:spcPts val="0"/>
              </a:spcAft>
              <a:buClr>
                <a:schemeClr val="dk1"/>
              </a:buClr>
              <a:buSzPts val="2700"/>
              <a:buNone/>
              <a:defRPr b="1" sz="2700"/>
            </a:lvl3pPr>
            <a:lvl4pPr indent="-228600" lvl="3" marL="1828800" algn="l">
              <a:lnSpc>
                <a:spcPct val="90000"/>
              </a:lnSpc>
              <a:spcBef>
                <a:spcPts val="800"/>
              </a:spcBef>
              <a:spcAft>
                <a:spcPts val="0"/>
              </a:spcAft>
              <a:buClr>
                <a:schemeClr val="dk1"/>
              </a:buClr>
              <a:buSzPts val="2400"/>
              <a:buNone/>
              <a:defRPr b="1" sz="2400"/>
            </a:lvl4pPr>
            <a:lvl5pPr indent="-228600" lvl="4" marL="2286000" algn="l">
              <a:lnSpc>
                <a:spcPct val="90000"/>
              </a:lnSpc>
              <a:spcBef>
                <a:spcPts val="800"/>
              </a:spcBef>
              <a:spcAft>
                <a:spcPts val="0"/>
              </a:spcAft>
              <a:buClr>
                <a:schemeClr val="dk1"/>
              </a:buClr>
              <a:buSzPts val="2400"/>
              <a:buNone/>
              <a:defRPr b="1" sz="2400"/>
            </a:lvl5pPr>
            <a:lvl6pPr indent="-228600" lvl="5" marL="2743200" algn="l">
              <a:lnSpc>
                <a:spcPct val="90000"/>
              </a:lnSpc>
              <a:spcBef>
                <a:spcPts val="800"/>
              </a:spcBef>
              <a:spcAft>
                <a:spcPts val="0"/>
              </a:spcAft>
              <a:buClr>
                <a:schemeClr val="dk1"/>
              </a:buClr>
              <a:buSzPts val="2400"/>
              <a:buNone/>
              <a:defRPr b="1" sz="2400"/>
            </a:lvl6pPr>
            <a:lvl7pPr indent="-228600" lvl="6" marL="3200400" algn="l">
              <a:lnSpc>
                <a:spcPct val="90000"/>
              </a:lnSpc>
              <a:spcBef>
                <a:spcPts val="800"/>
              </a:spcBef>
              <a:spcAft>
                <a:spcPts val="0"/>
              </a:spcAft>
              <a:buClr>
                <a:schemeClr val="dk1"/>
              </a:buClr>
              <a:buSzPts val="2400"/>
              <a:buNone/>
              <a:defRPr b="1" sz="2400"/>
            </a:lvl7pPr>
            <a:lvl8pPr indent="-228600" lvl="7" marL="3657600" algn="l">
              <a:lnSpc>
                <a:spcPct val="90000"/>
              </a:lnSpc>
              <a:spcBef>
                <a:spcPts val="800"/>
              </a:spcBef>
              <a:spcAft>
                <a:spcPts val="0"/>
              </a:spcAft>
              <a:buClr>
                <a:schemeClr val="dk1"/>
              </a:buClr>
              <a:buSzPts val="2400"/>
              <a:buNone/>
              <a:defRPr b="1" sz="2400"/>
            </a:lvl8pPr>
            <a:lvl9pPr indent="-228600" lvl="8" marL="4114800" algn="l">
              <a:lnSpc>
                <a:spcPct val="90000"/>
              </a:lnSpc>
              <a:spcBef>
                <a:spcPts val="800"/>
              </a:spcBef>
              <a:spcAft>
                <a:spcPts val="0"/>
              </a:spcAft>
              <a:buClr>
                <a:schemeClr val="dk1"/>
              </a:buClr>
              <a:buSzPts val="2400"/>
              <a:buNone/>
              <a:defRPr b="1" sz="2400"/>
            </a:lvl9pPr>
          </a:lstStyle>
          <a:p/>
        </p:txBody>
      </p:sp>
      <p:sp>
        <p:nvSpPr>
          <p:cNvPr id="45" name="Google Shape;45;g39dddbd7dcc_0_959"/>
          <p:cNvSpPr txBox="1"/>
          <p:nvPr>
            <p:ph idx="4" type="body"/>
          </p:nvPr>
        </p:nvSpPr>
        <p:spPr>
          <a:xfrm>
            <a:off x="9258300" y="3757613"/>
            <a:ext cx="7774500" cy="5526900"/>
          </a:xfrm>
          <a:prstGeom prst="rect">
            <a:avLst/>
          </a:prstGeom>
          <a:noFill/>
          <a:ln>
            <a:noFill/>
          </a:ln>
        </p:spPr>
        <p:txBody>
          <a:bodyPr anchorCtr="0" anchor="t" bIns="68550" lIns="137150" spcFirstLastPara="1" rIns="137150" wrap="square" tIns="68550">
            <a:normAutofit/>
          </a:bodyPr>
          <a:lstStyle>
            <a:lvl1pPr indent="-400050" lvl="0" marL="457200" algn="l">
              <a:lnSpc>
                <a:spcPct val="90000"/>
              </a:lnSpc>
              <a:spcBef>
                <a:spcPts val="1500"/>
              </a:spcBef>
              <a:spcAft>
                <a:spcPts val="0"/>
              </a:spcAft>
              <a:buClr>
                <a:schemeClr val="dk1"/>
              </a:buClr>
              <a:buSzPts val="2700"/>
              <a:buChar char="•"/>
              <a:defRPr/>
            </a:lvl1pPr>
            <a:lvl2pPr indent="-400050" lvl="1" marL="914400" algn="l">
              <a:lnSpc>
                <a:spcPct val="90000"/>
              </a:lnSpc>
              <a:spcBef>
                <a:spcPts val="800"/>
              </a:spcBef>
              <a:spcAft>
                <a:spcPts val="0"/>
              </a:spcAft>
              <a:buClr>
                <a:schemeClr val="dk1"/>
              </a:buClr>
              <a:buSzPts val="2700"/>
              <a:buChar char="•"/>
              <a:defRPr/>
            </a:lvl2pPr>
            <a:lvl3pPr indent="-400050" lvl="2" marL="1371600" algn="l">
              <a:lnSpc>
                <a:spcPct val="90000"/>
              </a:lnSpc>
              <a:spcBef>
                <a:spcPts val="800"/>
              </a:spcBef>
              <a:spcAft>
                <a:spcPts val="0"/>
              </a:spcAft>
              <a:buClr>
                <a:schemeClr val="dk1"/>
              </a:buClr>
              <a:buSzPts val="2700"/>
              <a:buChar char="•"/>
              <a:defRPr/>
            </a:lvl3pPr>
            <a:lvl4pPr indent="-400050" lvl="3" marL="1828800" algn="l">
              <a:lnSpc>
                <a:spcPct val="90000"/>
              </a:lnSpc>
              <a:spcBef>
                <a:spcPts val="800"/>
              </a:spcBef>
              <a:spcAft>
                <a:spcPts val="0"/>
              </a:spcAft>
              <a:buClr>
                <a:schemeClr val="dk1"/>
              </a:buClr>
              <a:buSzPts val="2700"/>
              <a:buChar char="•"/>
              <a:defRPr/>
            </a:lvl4pPr>
            <a:lvl5pPr indent="-400050" lvl="4" marL="2286000" algn="l">
              <a:lnSpc>
                <a:spcPct val="90000"/>
              </a:lnSpc>
              <a:spcBef>
                <a:spcPts val="800"/>
              </a:spcBef>
              <a:spcAft>
                <a:spcPts val="0"/>
              </a:spcAft>
              <a:buClr>
                <a:schemeClr val="dk1"/>
              </a:buClr>
              <a:buSzPts val="2700"/>
              <a:buChar char="•"/>
              <a:defRPr/>
            </a:lvl5pPr>
            <a:lvl6pPr indent="-400050" lvl="5" marL="2743200" algn="l">
              <a:lnSpc>
                <a:spcPct val="90000"/>
              </a:lnSpc>
              <a:spcBef>
                <a:spcPts val="800"/>
              </a:spcBef>
              <a:spcAft>
                <a:spcPts val="0"/>
              </a:spcAft>
              <a:buClr>
                <a:schemeClr val="dk1"/>
              </a:buClr>
              <a:buSzPts val="2700"/>
              <a:buChar char="•"/>
              <a:defRPr/>
            </a:lvl6pPr>
            <a:lvl7pPr indent="-400050" lvl="6" marL="3200400" algn="l">
              <a:lnSpc>
                <a:spcPct val="90000"/>
              </a:lnSpc>
              <a:spcBef>
                <a:spcPts val="800"/>
              </a:spcBef>
              <a:spcAft>
                <a:spcPts val="0"/>
              </a:spcAft>
              <a:buClr>
                <a:schemeClr val="dk1"/>
              </a:buClr>
              <a:buSzPts val="2700"/>
              <a:buChar char="•"/>
              <a:defRPr/>
            </a:lvl7pPr>
            <a:lvl8pPr indent="-400050" lvl="7" marL="3657600" algn="l">
              <a:lnSpc>
                <a:spcPct val="90000"/>
              </a:lnSpc>
              <a:spcBef>
                <a:spcPts val="800"/>
              </a:spcBef>
              <a:spcAft>
                <a:spcPts val="0"/>
              </a:spcAft>
              <a:buClr>
                <a:schemeClr val="dk1"/>
              </a:buClr>
              <a:buSzPts val="2700"/>
              <a:buChar char="•"/>
              <a:defRPr/>
            </a:lvl8pPr>
            <a:lvl9pPr indent="-400050" lvl="8" marL="4114800" algn="l">
              <a:lnSpc>
                <a:spcPct val="90000"/>
              </a:lnSpc>
              <a:spcBef>
                <a:spcPts val="800"/>
              </a:spcBef>
              <a:spcAft>
                <a:spcPts val="0"/>
              </a:spcAft>
              <a:buClr>
                <a:schemeClr val="dk1"/>
              </a:buClr>
              <a:buSzPts val="2700"/>
              <a:buChar char="•"/>
              <a:defRPr/>
            </a:lvl9pPr>
          </a:lstStyle>
          <a:p/>
        </p:txBody>
      </p:sp>
      <p:sp>
        <p:nvSpPr>
          <p:cNvPr id="46" name="Google Shape;46;g39dddbd7dcc_0_959"/>
          <p:cNvSpPr txBox="1"/>
          <p:nvPr>
            <p:ph idx="10" type="dt"/>
          </p:nvPr>
        </p:nvSpPr>
        <p:spPr>
          <a:xfrm>
            <a:off x="1257300" y="9534525"/>
            <a:ext cx="4114800" cy="547800"/>
          </a:xfrm>
          <a:prstGeom prst="rect">
            <a:avLst/>
          </a:prstGeom>
          <a:noFill/>
          <a:ln>
            <a:noFill/>
          </a:ln>
        </p:spPr>
        <p:txBody>
          <a:bodyPr anchorCtr="0" anchor="ctr" bIns="68550" lIns="137150" spcFirstLastPara="1" rIns="137150" wrap="square" tIns="6855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47" name="Google Shape;47;g39dddbd7dcc_0_959"/>
          <p:cNvSpPr txBox="1"/>
          <p:nvPr>
            <p:ph idx="11" type="ftr"/>
          </p:nvPr>
        </p:nvSpPr>
        <p:spPr>
          <a:xfrm>
            <a:off x="6057900" y="9534525"/>
            <a:ext cx="6172200" cy="547800"/>
          </a:xfrm>
          <a:prstGeom prst="rect">
            <a:avLst/>
          </a:prstGeom>
          <a:noFill/>
          <a:ln>
            <a:noFill/>
          </a:ln>
        </p:spPr>
        <p:txBody>
          <a:bodyPr anchorCtr="0" anchor="ctr" bIns="68550" lIns="137150" spcFirstLastPara="1" rIns="137150" wrap="square" tIns="6855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48" name="Google Shape;48;g39dddbd7dcc_0_959"/>
          <p:cNvSpPr txBox="1"/>
          <p:nvPr>
            <p:ph idx="12" type="sldNum"/>
          </p:nvPr>
        </p:nvSpPr>
        <p:spPr>
          <a:xfrm>
            <a:off x="12915900" y="9534525"/>
            <a:ext cx="4114800" cy="547800"/>
          </a:xfrm>
          <a:prstGeom prst="rect">
            <a:avLst/>
          </a:prstGeom>
          <a:noFill/>
          <a:ln>
            <a:noFill/>
          </a:ln>
        </p:spPr>
        <p:txBody>
          <a:bodyPr anchorCtr="0" anchor="ctr" bIns="68550" lIns="137150" spcFirstLastPara="1" rIns="137150" wrap="square" tIns="6855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g39dddbd7dcc_0_968"/>
          <p:cNvSpPr txBox="1"/>
          <p:nvPr>
            <p:ph type="title"/>
          </p:nvPr>
        </p:nvSpPr>
        <p:spPr>
          <a:xfrm>
            <a:off x="1257300" y="547688"/>
            <a:ext cx="15773400" cy="1988700"/>
          </a:xfrm>
          <a:prstGeom prst="rect">
            <a:avLst/>
          </a:prstGeom>
          <a:noFill/>
          <a:ln>
            <a:noFill/>
          </a:ln>
        </p:spPr>
        <p:txBody>
          <a:bodyPr anchorCtr="0" anchor="ctr" bIns="68550" lIns="137150" spcFirstLastPara="1" rIns="137150" wrap="square" tIns="68550">
            <a:normAutofit/>
          </a:bodyPr>
          <a:lstStyle>
            <a:lvl1pPr lvl="0" algn="l">
              <a:lnSpc>
                <a:spcPct val="90000"/>
              </a:lnSpc>
              <a:spcBef>
                <a:spcPts val="0"/>
              </a:spcBef>
              <a:spcAft>
                <a:spcPts val="0"/>
              </a:spcAft>
              <a:buClr>
                <a:schemeClr val="dk1"/>
              </a:buClr>
              <a:buSzPts val="27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51" name="Google Shape;51;g39dddbd7dcc_0_968"/>
          <p:cNvSpPr txBox="1"/>
          <p:nvPr>
            <p:ph idx="10" type="dt"/>
          </p:nvPr>
        </p:nvSpPr>
        <p:spPr>
          <a:xfrm>
            <a:off x="1257300" y="9534525"/>
            <a:ext cx="4114800" cy="547800"/>
          </a:xfrm>
          <a:prstGeom prst="rect">
            <a:avLst/>
          </a:prstGeom>
          <a:noFill/>
          <a:ln>
            <a:noFill/>
          </a:ln>
        </p:spPr>
        <p:txBody>
          <a:bodyPr anchorCtr="0" anchor="ctr" bIns="68550" lIns="137150" spcFirstLastPara="1" rIns="137150" wrap="square" tIns="6855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52" name="Google Shape;52;g39dddbd7dcc_0_968"/>
          <p:cNvSpPr txBox="1"/>
          <p:nvPr>
            <p:ph idx="11" type="ftr"/>
          </p:nvPr>
        </p:nvSpPr>
        <p:spPr>
          <a:xfrm>
            <a:off x="6057900" y="9534525"/>
            <a:ext cx="6172200" cy="547800"/>
          </a:xfrm>
          <a:prstGeom prst="rect">
            <a:avLst/>
          </a:prstGeom>
          <a:noFill/>
          <a:ln>
            <a:noFill/>
          </a:ln>
        </p:spPr>
        <p:txBody>
          <a:bodyPr anchorCtr="0" anchor="ctr" bIns="68550" lIns="137150" spcFirstLastPara="1" rIns="137150" wrap="square" tIns="6855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53" name="Google Shape;53;g39dddbd7dcc_0_968"/>
          <p:cNvSpPr txBox="1"/>
          <p:nvPr>
            <p:ph idx="12" type="sldNum"/>
          </p:nvPr>
        </p:nvSpPr>
        <p:spPr>
          <a:xfrm>
            <a:off x="12915900" y="9534525"/>
            <a:ext cx="4114800" cy="547800"/>
          </a:xfrm>
          <a:prstGeom prst="rect">
            <a:avLst/>
          </a:prstGeom>
          <a:noFill/>
          <a:ln>
            <a:noFill/>
          </a:ln>
        </p:spPr>
        <p:txBody>
          <a:bodyPr anchorCtr="0" anchor="ctr" bIns="68550" lIns="137150" spcFirstLastPara="1" rIns="137150" wrap="square" tIns="6855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g39dddbd7dcc_0_973"/>
          <p:cNvSpPr txBox="1"/>
          <p:nvPr>
            <p:ph idx="10" type="dt"/>
          </p:nvPr>
        </p:nvSpPr>
        <p:spPr>
          <a:xfrm>
            <a:off x="1257300" y="9534525"/>
            <a:ext cx="4114800" cy="547800"/>
          </a:xfrm>
          <a:prstGeom prst="rect">
            <a:avLst/>
          </a:prstGeom>
          <a:noFill/>
          <a:ln>
            <a:noFill/>
          </a:ln>
        </p:spPr>
        <p:txBody>
          <a:bodyPr anchorCtr="0" anchor="ctr" bIns="68550" lIns="137150" spcFirstLastPara="1" rIns="137150" wrap="square" tIns="6855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56" name="Google Shape;56;g39dddbd7dcc_0_973"/>
          <p:cNvSpPr txBox="1"/>
          <p:nvPr>
            <p:ph idx="11" type="ftr"/>
          </p:nvPr>
        </p:nvSpPr>
        <p:spPr>
          <a:xfrm>
            <a:off x="6057900" y="9534525"/>
            <a:ext cx="6172200" cy="547800"/>
          </a:xfrm>
          <a:prstGeom prst="rect">
            <a:avLst/>
          </a:prstGeom>
          <a:noFill/>
          <a:ln>
            <a:noFill/>
          </a:ln>
        </p:spPr>
        <p:txBody>
          <a:bodyPr anchorCtr="0" anchor="ctr" bIns="68550" lIns="137150" spcFirstLastPara="1" rIns="137150" wrap="square" tIns="6855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57" name="Google Shape;57;g39dddbd7dcc_0_973"/>
          <p:cNvSpPr txBox="1"/>
          <p:nvPr>
            <p:ph idx="12" type="sldNum"/>
          </p:nvPr>
        </p:nvSpPr>
        <p:spPr>
          <a:xfrm>
            <a:off x="12915900" y="9534525"/>
            <a:ext cx="4114800" cy="547800"/>
          </a:xfrm>
          <a:prstGeom prst="rect">
            <a:avLst/>
          </a:prstGeom>
          <a:noFill/>
          <a:ln>
            <a:noFill/>
          </a:ln>
        </p:spPr>
        <p:txBody>
          <a:bodyPr anchorCtr="0" anchor="ctr" bIns="68550" lIns="137150" spcFirstLastPara="1" rIns="137150" wrap="square" tIns="6855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g39dddbd7dcc_0_977"/>
          <p:cNvSpPr txBox="1"/>
          <p:nvPr>
            <p:ph type="title"/>
          </p:nvPr>
        </p:nvSpPr>
        <p:spPr>
          <a:xfrm>
            <a:off x="1259682" y="685800"/>
            <a:ext cx="5898300" cy="2400300"/>
          </a:xfrm>
          <a:prstGeom prst="rect">
            <a:avLst/>
          </a:prstGeom>
          <a:noFill/>
          <a:ln>
            <a:noFill/>
          </a:ln>
        </p:spPr>
        <p:txBody>
          <a:bodyPr anchorCtr="0" anchor="b" bIns="68550" lIns="137150" spcFirstLastPara="1" rIns="137150" wrap="square" tIns="68550">
            <a:normAutofit/>
          </a:bodyPr>
          <a:lstStyle>
            <a:lvl1pPr lvl="0" algn="l">
              <a:lnSpc>
                <a:spcPct val="90000"/>
              </a:lnSpc>
              <a:spcBef>
                <a:spcPts val="0"/>
              </a:spcBef>
              <a:spcAft>
                <a:spcPts val="0"/>
              </a:spcAft>
              <a:buClr>
                <a:schemeClr val="dk1"/>
              </a:buClr>
              <a:buSzPts val="4800"/>
              <a:buFont typeface="Calibri"/>
              <a:buNone/>
              <a:defRPr sz="4800"/>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60" name="Google Shape;60;g39dddbd7dcc_0_977"/>
          <p:cNvSpPr txBox="1"/>
          <p:nvPr>
            <p:ph idx="1" type="body"/>
          </p:nvPr>
        </p:nvSpPr>
        <p:spPr>
          <a:xfrm>
            <a:off x="7774782" y="1481138"/>
            <a:ext cx="9258300" cy="7310400"/>
          </a:xfrm>
          <a:prstGeom prst="rect">
            <a:avLst/>
          </a:prstGeom>
          <a:noFill/>
          <a:ln>
            <a:noFill/>
          </a:ln>
        </p:spPr>
        <p:txBody>
          <a:bodyPr anchorCtr="0" anchor="t" bIns="68550" lIns="137150" spcFirstLastPara="1" rIns="137150" wrap="square" tIns="68550">
            <a:normAutofit/>
          </a:bodyPr>
          <a:lstStyle>
            <a:lvl1pPr indent="-533400" lvl="0" marL="457200" algn="l">
              <a:lnSpc>
                <a:spcPct val="90000"/>
              </a:lnSpc>
              <a:spcBef>
                <a:spcPts val="1500"/>
              </a:spcBef>
              <a:spcAft>
                <a:spcPts val="0"/>
              </a:spcAft>
              <a:buClr>
                <a:schemeClr val="dk1"/>
              </a:buClr>
              <a:buSzPts val="4800"/>
              <a:buChar char="•"/>
              <a:defRPr sz="4800"/>
            </a:lvl1pPr>
            <a:lvl2pPr indent="-495300" lvl="1" marL="914400" algn="l">
              <a:lnSpc>
                <a:spcPct val="90000"/>
              </a:lnSpc>
              <a:spcBef>
                <a:spcPts val="800"/>
              </a:spcBef>
              <a:spcAft>
                <a:spcPts val="0"/>
              </a:spcAft>
              <a:buClr>
                <a:schemeClr val="dk1"/>
              </a:buClr>
              <a:buSzPts val="4200"/>
              <a:buChar char="•"/>
              <a:defRPr sz="4200"/>
            </a:lvl2pPr>
            <a:lvl3pPr indent="-457200" lvl="2" marL="1371600" algn="l">
              <a:lnSpc>
                <a:spcPct val="90000"/>
              </a:lnSpc>
              <a:spcBef>
                <a:spcPts val="800"/>
              </a:spcBef>
              <a:spcAft>
                <a:spcPts val="0"/>
              </a:spcAft>
              <a:buClr>
                <a:schemeClr val="dk1"/>
              </a:buClr>
              <a:buSzPts val="3600"/>
              <a:buChar char="•"/>
              <a:defRPr sz="3600"/>
            </a:lvl3pPr>
            <a:lvl4pPr indent="-419100" lvl="3" marL="1828800" algn="l">
              <a:lnSpc>
                <a:spcPct val="90000"/>
              </a:lnSpc>
              <a:spcBef>
                <a:spcPts val="800"/>
              </a:spcBef>
              <a:spcAft>
                <a:spcPts val="0"/>
              </a:spcAft>
              <a:buClr>
                <a:schemeClr val="dk1"/>
              </a:buClr>
              <a:buSzPts val="3000"/>
              <a:buChar char="•"/>
              <a:defRPr sz="3000"/>
            </a:lvl4pPr>
            <a:lvl5pPr indent="-419100" lvl="4" marL="2286000" algn="l">
              <a:lnSpc>
                <a:spcPct val="90000"/>
              </a:lnSpc>
              <a:spcBef>
                <a:spcPts val="800"/>
              </a:spcBef>
              <a:spcAft>
                <a:spcPts val="0"/>
              </a:spcAft>
              <a:buClr>
                <a:schemeClr val="dk1"/>
              </a:buClr>
              <a:buSzPts val="3000"/>
              <a:buChar char="•"/>
              <a:defRPr sz="3000"/>
            </a:lvl5pPr>
            <a:lvl6pPr indent="-419100" lvl="5" marL="2743200" algn="l">
              <a:lnSpc>
                <a:spcPct val="90000"/>
              </a:lnSpc>
              <a:spcBef>
                <a:spcPts val="800"/>
              </a:spcBef>
              <a:spcAft>
                <a:spcPts val="0"/>
              </a:spcAft>
              <a:buClr>
                <a:schemeClr val="dk1"/>
              </a:buClr>
              <a:buSzPts val="3000"/>
              <a:buChar char="•"/>
              <a:defRPr sz="3000"/>
            </a:lvl6pPr>
            <a:lvl7pPr indent="-419100" lvl="6" marL="3200400" algn="l">
              <a:lnSpc>
                <a:spcPct val="90000"/>
              </a:lnSpc>
              <a:spcBef>
                <a:spcPts val="800"/>
              </a:spcBef>
              <a:spcAft>
                <a:spcPts val="0"/>
              </a:spcAft>
              <a:buClr>
                <a:schemeClr val="dk1"/>
              </a:buClr>
              <a:buSzPts val="3000"/>
              <a:buChar char="•"/>
              <a:defRPr sz="3000"/>
            </a:lvl7pPr>
            <a:lvl8pPr indent="-419100" lvl="7" marL="3657600" algn="l">
              <a:lnSpc>
                <a:spcPct val="90000"/>
              </a:lnSpc>
              <a:spcBef>
                <a:spcPts val="800"/>
              </a:spcBef>
              <a:spcAft>
                <a:spcPts val="0"/>
              </a:spcAft>
              <a:buClr>
                <a:schemeClr val="dk1"/>
              </a:buClr>
              <a:buSzPts val="3000"/>
              <a:buChar char="•"/>
              <a:defRPr sz="3000"/>
            </a:lvl8pPr>
            <a:lvl9pPr indent="-419100" lvl="8" marL="4114800" algn="l">
              <a:lnSpc>
                <a:spcPct val="90000"/>
              </a:lnSpc>
              <a:spcBef>
                <a:spcPts val="800"/>
              </a:spcBef>
              <a:spcAft>
                <a:spcPts val="0"/>
              </a:spcAft>
              <a:buClr>
                <a:schemeClr val="dk1"/>
              </a:buClr>
              <a:buSzPts val="3000"/>
              <a:buChar char="•"/>
              <a:defRPr sz="3000"/>
            </a:lvl9pPr>
          </a:lstStyle>
          <a:p/>
        </p:txBody>
      </p:sp>
      <p:sp>
        <p:nvSpPr>
          <p:cNvPr id="61" name="Google Shape;61;g39dddbd7dcc_0_977"/>
          <p:cNvSpPr txBox="1"/>
          <p:nvPr>
            <p:ph idx="2" type="body"/>
          </p:nvPr>
        </p:nvSpPr>
        <p:spPr>
          <a:xfrm>
            <a:off x="1259682" y="3086100"/>
            <a:ext cx="5898300" cy="5717400"/>
          </a:xfrm>
          <a:prstGeom prst="rect">
            <a:avLst/>
          </a:prstGeom>
          <a:noFill/>
          <a:ln>
            <a:noFill/>
          </a:ln>
        </p:spPr>
        <p:txBody>
          <a:bodyPr anchorCtr="0" anchor="t" bIns="68550" lIns="137150" spcFirstLastPara="1" rIns="137150" wrap="square" tIns="68550">
            <a:normAutofit/>
          </a:bodyPr>
          <a:lstStyle>
            <a:lvl1pPr indent="-228600" lvl="0" marL="457200" algn="l">
              <a:lnSpc>
                <a:spcPct val="90000"/>
              </a:lnSpc>
              <a:spcBef>
                <a:spcPts val="1500"/>
              </a:spcBef>
              <a:spcAft>
                <a:spcPts val="0"/>
              </a:spcAft>
              <a:buClr>
                <a:schemeClr val="dk1"/>
              </a:buClr>
              <a:buSzPts val="2400"/>
              <a:buNone/>
              <a:defRPr sz="2400"/>
            </a:lvl1pPr>
            <a:lvl2pPr indent="-228600" lvl="1" marL="914400" algn="l">
              <a:lnSpc>
                <a:spcPct val="90000"/>
              </a:lnSpc>
              <a:spcBef>
                <a:spcPts val="800"/>
              </a:spcBef>
              <a:spcAft>
                <a:spcPts val="0"/>
              </a:spcAft>
              <a:buClr>
                <a:schemeClr val="dk1"/>
              </a:buClr>
              <a:buSzPts val="2100"/>
              <a:buNone/>
              <a:defRPr sz="2100"/>
            </a:lvl2pPr>
            <a:lvl3pPr indent="-228600" lvl="2" marL="1371600" algn="l">
              <a:lnSpc>
                <a:spcPct val="90000"/>
              </a:lnSpc>
              <a:spcBef>
                <a:spcPts val="800"/>
              </a:spcBef>
              <a:spcAft>
                <a:spcPts val="0"/>
              </a:spcAft>
              <a:buClr>
                <a:schemeClr val="dk1"/>
              </a:buClr>
              <a:buSzPts val="1800"/>
              <a:buNone/>
              <a:defRPr sz="1800"/>
            </a:lvl3pPr>
            <a:lvl4pPr indent="-228600" lvl="3" marL="1828800" algn="l">
              <a:lnSpc>
                <a:spcPct val="90000"/>
              </a:lnSpc>
              <a:spcBef>
                <a:spcPts val="800"/>
              </a:spcBef>
              <a:spcAft>
                <a:spcPts val="0"/>
              </a:spcAft>
              <a:buClr>
                <a:schemeClr val="dk1"/>
              </a:buClr>
              <a:buSzPts val="1500"/>
              <a:buNone/>
              <a:defRPr sz="1500"/>
            </a:lvl4pPr>
            <a:lvl5pPr indent="-228600" lvl="4" marL="2286000" algn="l">
              <a:lnSpc>
                <a:spcPct val="90000"/>
              </a:lnSpc>
              <a:spcBef>
                <a:spcPts val="800"/>
              </a:spcBef>
              <a:spcAft>
                <a:spcPts val="0"/>
              </a:spcAft>
              <a:buClr>
                <a:schemeClr val="dk1"/>
              </a:buClr>
              <a:buSzPts val="1500"/>
              <a:buNone/>
              <a:defRPr sz="1500"/>
            </a:lvl5pPr>
            <a:lvl6pPr indent="-228600" lvl="5" marL="2743200" algn="l">
              <a:lnSpc>
                <a:spcPct val="90000"/>
              </a:lnSpc>
              <a:spcBef>
                <a:spcPts val="800"/>
              </a:spcBef>
              <a:spcAft>
                <a:spcPts val="0"/>
              </a:spcAft>
              <a:buClr>
                <a:schemeClr val="dk1"/>
              </a:buClr>
              <a:buSzPts val="1500"/>
              <a:buNone/>
              <a:defRPr sz="1500"/>
            </a:lvl6pPr>
            <a:lvl7pPr indent="-228600" lvl="6" marL="3200400" algn="l">
              <a:lnSpc>
                <a:spcPct val="90000"/>
              </a:lnSpc>
              <a:spcBef>
                <a:spcPts val="800"/>
              </a:spcBef>
              <a:spcAft>
                <a:spcPts val="0"/>
              </a:spcAft>
              <a:buClr>
                <a:schemeClr val="dk1"/>
              </a:buClr>
              <a:buSzPts val="1500"/>
              <a:buNone/>
              <a:defRPr sz="1500"/>
            </a:lvl7pPr>
            <a:lvl8pPr indent="-228600" lvl="7" marL="3657600" algn="l">
              <a:lnSpc>
                <a:spcPct val="90000"/>
              </a:lnSpc>
              <a:spcBef>
                <a:spcPts val="800"/>
              </a:spcBef>
              <a:spcAft>
                <a:spcPts val="0"/>
              </a:spcAft>
              <a:buClr>
                <a:schemeClr val="dk1"/>
              </a:buClr>
              <a:buSzPts val="1500"/>
              <a:buNone/>
              <a:defRPr sz="1500"/>
            </a:lvl8pPr>
            <a:lvl9pPr indent="-228600" lvl="8" marL="4114800" algn="l">
              <a:lnSpc>
                <a:spcPct val="90000"/>
              </a:lnSpc>
              <a:spcBef>
                <a:spcPts val="800"/>
              </a:spcBef>
              <a:spcAft>
                <a:spcPts val="0"/>
              </a:spcAft>
              <a:buClr>
                <a:schemeClr val="dk1"/>
              </a:buClr>
              <a:buSzPts val="1500"/>
              <a:buNone/>
              <a:defRPr sz="1500"/>
            </a:lvl9pPr>
          </a:lstStyle>
          <a:p/>
        </p:txBody>
      </p:sp>
      <p:sp>
        <p:nvSpPr>
          <p:cNvPr id="62" name="Google Shape;62;g39dddbd7dcc_0_977"/>
          <p:cNvSpPr txBox="1"/>
          <p:nvPr>
            <p:ph idx="10" type="dt"/>
          </p:nvPr>
        </p:nvSpPr>
        <p:spPr>
          <a:xfrm>
            <a:off x="1257300" y="9534525"/>
            <a:ext cx="4114800" cy="547800"/>
          </a:xfrm>
          <a:prstGeom prst="rect">
            <a:avLst/>
          </a:prstGeom>
          <a:noFill/>
          <a:ln>
            <a:noFill/>
          </a:ln>
        </p:spPr>
        <p:txBody>
          <a:bodyPr anchorCtr="0" anchor="ctr" bIns="68550" lIns="137150" spcFirstLastPara="1" rIns="137150" wrap="square" tIns="6855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63" name="Google Shape;63;g39dddbd7dcc_0_977"/>
          <p:cNvSpPr txBox="1"/>
          <p:nvPr>
            <p:ph idx="11" type="ftr"/>
          </p:nvPr>
        </p:nvSpPr>
        <p:spPr>
          <a:xfrm>
            <a:off x="6057900" y="9534525"/>
            <a:ext cx="6172200" cy="547800"/>
          </a:xfrm>
          <a:prstGeom prst="rect">
            <a:avLst/>
          </a:prstGeom>
          <a:noFill/>
          <a:ln>
            <a:noFill/>
          </a:ln>
        </p:spPr>
        <p:txBody>
          <a:bodyPr anchorCtr="0" anchor="ctr" bIns="68550" lIns="137150" spcFirstLastPara="1" rIns="137150" wrap="square" tIns="6855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64" name="Google Shape;64;g39dddbd7dcc_0_977"/>
          <p:cNvSpPr txBox="1"/>
          <p:nvPr>
            <p:ph idx="12" type="sldNum"/>
          </p:nvPr>
        </p:nvSpPr>
        <p:spPr>
          <a:xfrm>
            <a:off x="12915900" y="9534525"/>
            <a:ext cx="4114800" cy="547800"/>
          </a:xfrm>
          <a:prstGeom prst="rect">
            <a:avLst/>
          </a:prstGeom>
          <a:noFill/>
          <a:ln>
            <a:noFill/>
          </a:ln>
        </p:spPr>
        <p:txBody>
          <a:bodyPr anchorCtr="0" anchor="ctr" bIns="68550" lIns="137150" spcFirstLastPara="1" rIns="137150" wrap="square" tIns="6855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g39dddbd7dcc_0_984"/>
          <p:cNvSpPr txBox="1"/>
          <p:nvPr>
            <p:ph type="title"/>
          </p:nvPr>
        </p:nvSpPr>
        <p:spPr>
          <a:xfrm>
            <a:off x="1259682" y="685800"/>
            <a:ext cx="5898300" cy="2400300"/>
          </a:xfrm>
          <a:prstGeom prst="rect">
            <a:avLst/>
          </a:prstGeom>
          <a:noFill/>
          <a:ln>
            <a:noFill/>
          </a:ln>
        </p:spPr>
        <p:txBody>
          <a:bodyPr anchorCtr="0" anchor="b" bIns="68550" lIns="137150" spcFirstLastPara="1" rIns="137150" wrap="square" tIns="68550">
            <a:normAutofit/>
          </a:bodyPr>
          <a:lstStyle>
            <a:lvl1pPr lvl="0" algn="l">
              <a:lnSpc>
                <a:spcPct val="90000"/>
              </a:lnSpc>
              <a:spcBef>
                <a:spcPts val="0"/>
              </a:spcBef>
              <a:spcAft>
                <a:spcPts val="0"/>
              </a:spcAft>
              <a:buClr>
                <a:schemeClr val="dk1"/>
              </a:buClr>
              <a:buSzPts val="4800"/>
              <a:buFont typeface="Calibri"/>
              <a:buNone/>
              <a:defRPr sz="4800"/>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67" name="Google Shape;67;g39dddbd7dcc_0_984"/>
          <p:cNvSpPr/>
          <p:nvPr>
            <p:ph idx="2" type="pic"/>
          </p:nvPr>
        </p:nvSpPr>
        <p:spPr>
          <a:xfrm>
            <a:off x="7774782" y="1481138"/>
            <a:ext cx="9258300" cy="7310400"/>
          </a:xfrm>
          <a:prstGeom prst="rect">
            <a:avLst/>
          </a:prstGeom>
          <a:noFill/>
          <a:ln>
            <a:noFill/>
          </a:ln>
        </p:spPr>
      </p:sp>
      <p:sp>
        <p:nvSpPr>
          <p:cNvPr id="68" name="Google Shape;68;g39dddbd7dcc_0_984"/>
          <p:cNvSpPr txBox="1"/>
          <p:nvPr>
            <p:ph idx="1" type="body"/>
          </p:nvPr>
        </p:nvSpPr>
        <p:spPr>
          <a:xfrm>
            <a:off x="1259682" y="3086100"/>
            <a:ext cx="5898300" cy="5717400"/>
          </a:xfrm>
          <a:prstGeom prst="rect">
            <a:avLst/>
          </a:prstGeom>
          <a:noFill/>
          <a:ln>
            <a:noFill/>
          </a:ln>
        </p:spPr>
        <p:txBody>
          <a:bodyPr anchorCtr="0" anchor="t" bIns="68550" lIns="137150" spcFirstLastPara="1" rIns="137150" wrap="square" tIns="68550">
            <a:normAutofit/>
          </a:bodyPr>
          <a:lstStyle>
            <a:lvl1pPr indent="-228600" lvl="0" marL="457200" algn="l">
              <a:lnSpc>
                <a:spcPct val="90000"/>
              </a:lnSpc>
              <a:spcBef>
                <a:spcPts val="1500"/>
              </a:spcBef>
              <a:spcAft>
                <a:spcPts val="0"/>
              </a:spcAft>
              <a:buClr>
                <a:schemeClr val="dk1"/>
              </a:buClr>
              <a:buSzPts val="2400"/>
              <a:buNone/>
              <a:defRPr sz="2400"/>
            </a:lvl1pPr>
            <a:lvl2pPr indent="-228600" lvl="1" marL="914400" algn="l">
              <a:lnSpc>
                <a:spcPct val="90000"/>
              </a:lnSpc>
              <a:spcBef>
                <a:spcPts val="800"/>
              </a:spcBef>
              <a:spcAft>
                <a:spcPts val="0"/>
              </a:spcAft>
              <a:buClr>
                <a:schemeClr val="dk1"/>
              </a:buClr>
              <a:buSzPts val="2100"/>
              <a:buNone/>
              <a:defRPr sz="2100"/>
            </a:lvl2pPr>
            <a:lvl3pPr indent="-228600" lvl="2" marL="1371600" algn="l">
              <a:lnSpc>
                <a:spcPct val="90000"/>
              </a:lnSpc>
              <a:spcBef>
                <a:spcPts val="800"/>
              </a:spcBef>
              <a:spcAft>
                <a:spcPts val="0"/>
              </a:spcAft>
              <a:buClr>
                <a:schemeClr val="dk1"/>
              </a:buClr>
              <a:buSzPts val="1800"/>
              <a:buNone/>
              <a:defRPr sz="1800"/>
            </a:lvl3pPr>
            <a:lvl4pPr indent="-228600" lvl="3" marL="1828800" algn="l">
              <a:lnSpc>
                <a:spcPct val="90000"/>
              </a:lnSpc>
              <a:spcBef>
                <a:spcPts val="800"/>
              </a:spcBef>
              <a:spcAft>
                <a:spcPts val="0"/>
              </a:spcAft>
              <a:buClr>
                <a:schemeClr val="dk1"/>
              </a:buClr>
              <a:buSzPts val="1500"/>
              <a:buNone/>
              <a:defRPr sz="1500"/>
            </a:lvl4pPr>
            <a:lvl5pPr indent="-228600" lvl="4" marL="2286000" algn="l">
              <a:lnSpc>
                <a:spcPct val="90000"/>
              </a:lnSpc>
              <a:spcBef>
                <a:spcPts val="800"/>
              </a:spcBef>
              <a:spcAft>
                <a:spcPts val="0"/>
              </a:spcAft>
              <a:buClr>
                <a:schemeClr val="dk1"/>
              </a:buClr>
              <a:buSzPts val="1500"/>
              <a:buNone/>
              <a:defRPr sz="1500"/>
            </a:lvl5pPr>
            <a:lvl6pPr indent="-228600" lvl="5" marL="2743200" algn="l">
              <a:lnSpc>
                <a:spcPct val="90000"/>
              </a:lnSpc>
              <a:spcBef>
                <a:spcPts val="800"/>
              </a:spcBef>
              <a:spcAft>
                <a:spcPts val="0"/>
              </a:spcAft>
              <a:buClr>
                <a:schemeClr val="dk1"/>
              </a:buClr>
              <a:buSzPts val="1500"/>
              <a:buNone/>
              <a:defRPr sz="1500"/>
            </a:lvl6pPr>
            <a:lvl7pPr indent="-228600" lvl="6" marL="3200400" algn="l">
              <a:lnSpc>
                <a:spcPct val="90000"/>
              </a:lnSpc>
              <a:spcBef>
                <a:spcPts val="800"/>
              </a:spcBef>
              <a:spcAft>
                <a:spcPts val="0"/>
              </a:spcAft>
              <a:buClr>
                <a:schemeClr val="dk1"/>
              </a:buClr>
              <a:buSzPts val="1500"/>
              <a:buNone/>
              <a:defRPr sz="1500"/>
            </a:lvl7pPr>
            <a:lvl8pPr indent="-228600" lvl="7" marL="3657600" algn="l">
              <a:lnSpc>
                <a:spcPct val="90000"/>
              </a:lnSpc>
              <a:spcBef>
                <a:spcPts val="800"/>
              </a:spcBef>
              <a:spcAft>
                <a:spcPts val="0"/>
              </a:spcAft>
              <a:buClr>
                <a:schemeClr val="dk1"/>
              </a:buClr>
              <a:buSzPts val="1500"/>
              <a:buNone/>
              <a:defRPr sz="1500"/>
            </a:lvl8pPr>
            <a:lvl9pPr indent="-228600" lvl="8" marL="4114800" algn="l">
              <a:lnSpc>
                <a:spcPct val="90000"/>
              </a:lnSpc>
              <a:spcBef>
                <a:spcPts val="800"/>
              </a:spcBef>
              <a:spcAft>
                <a:spcPts val="0"/>
              </a:spcAft>
              <a:buClr>
                <a:schemeClr val="dk1"/>
              </a:buClr>
              <a:buSzPts val="1500"/>
              <a:buNone/>
              <a:defRPr sz="1500"/>
            </a:lvl9pPr>
          </a:lstStyle>
          <a:p/>
        </p:txBody>
      </p:sp>
      <p:sp>
        <p:nvSpPr>
          <p:cNvPr id="69" name="Google Shape;69;g39dddbd7dcc_0_984"/>
          <p:cNvSpPr txBox="1"/>
          <p:nvPr>
            <p:ph idx="10" type="dt"/>
          </p:nvPr>
        </p:nvSpPr>
        <p:spPr>
          <a:xfrm>
            <a:off x="1257300" y="9534525"/>
            <a:ext cx="4114800" cy="547800"/>
          </a:xfrm>
          <a:prstGeom prst="rect">
            <a:avLst/>
          </a:prstGeom>
          <a:noFill/>
          <a:ln>
            <a:noFill/>
          </a:ln>
        </p:spPr>
        <p:txBody>
          <a:bodyPr anchorCtr="0" anchor="ctr" bIns="68550" lIns="137150" spcFirstLastPara="1" rIns="137150" wrap="square" tIns="6855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70" name="Google Shape;70;g39dddbd7dcc_0_984"/>
          <p:cNvSpPr txBox="1"/>
          <p:nvPr>
            <p:ph idx="11" type="ftr"/>
          </p:nvPr>
        </p:nvSpPr>
        <p:spPr>
          <a:xfrm>
            <a:off x="6057900" y="9534525"/>
            <a:ext cx="6172200" cy="547800"/>
          </a:xfrm>
          <a:prstGeom prst="rect">
            <a:avLst/>
          </a:prstGeom>
          <a:noFill/>
          <a:ln>
            <a:noFill/>
          </a:ln>
        </p:spPr>
        <p:txBody>
          <a:bodyPr anchorCtr="0" anchor="ctr" bIns="68550" lIns="137150" spcFirstLastPara="1" rIns="137150" wrap="square" tIns="6855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71" name="Google Shape;71;g39dddbd7dcc_0_984"/>
          <p:cNvSpPr txBox="1"/>
          <p:nvPr>
            <p:ph idx="12" type="sldNum"/>
          </p:nvPr>
        </p:nvSpPr>
        <p:spPr>
          <a:xfrm>
            <a:off x="12915900" y="9534525"/>
            <a:ext cx="4114800" cy="547800"/>
          </a:xfrm>
          <a:prstGeom prst="rect">
            <a:avLst/>
          </a:prstGeom>
          <a:noFill/>
          <a:ln>
            <a:noFill/>
          </a:ln>
        </p:spPr>
        <p:txBody>
          <a:bodyPr anchorCtr="0" anchor="ctr" bIns="68550" lIns="137150" spcFirstLastPara="1" rIns="137150" wrap="square" tIns="6855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g39dddbd7dcc_0_991"/>
          <p:cNvSpPr txBox="1"/>
          <p:nvPr>
            <p:ph type="title"/>
          </p:nvPr>
        </p:nvSpPr>
        <p:spPr>
          <a:xfrm>
            <a:off x="1257300" y="547688"/>
            <a:ext cx="15773400" cy="1988700"/>
          </a:xfrm>
          <a:prstGeom prst="rect">
            <a:avLst/>
          </a:prstGeom>
          <a:noFill/>
          <a:ln>
            <a:noFill/>
          </a:ln>
        </p:spPr>
        <p:txBody>
          <a:bodyPr anchorCtr="0" anchor="ctr" bIns="68550" lIns="137150" spcFirstLastPara="1" rIns="137150" wrap="square" tIns="68550">
            <a:normAutofit/>
          </a:bodyPr>
          <a:lstStyle>
            <a:lvl1pPr lvl="0" algn="l">
              <a:lnSpc>
                <a:spcPct val="90000"/>
              </a:lnSpc>
              <a:spcBef>
                <a:spcPts val="0"/>
              </a:spcBef>
              <a:spcAft>
                <a:spcPts val="0"/>
              </a:spcAft>
              <a:buClr>
                <a:schemeClr val="dk1"/>
              </a:buClr>
              <a:buSzPts val="27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74" name="Google Shape;74;g39dddbd7dcc_0_991"/>
          <p:cNvSpPr txBox="1"/>
          <p:nvPr>
            <p:ph idx="1" type="body"/>
          </p:nvPr>
        </p:nvSpPr>
        <p:spPr>
          <a:xfrm rot="5400000">
            <a:off x="5880600" y="-1884862"/>
            <a:ext cx="6526800" cy="15773400"/>
          </a:xfrm>
          <a:prstGeom prst="rect">
            <a:avLst/>
          </a:prstGeom>
          <a:noFill/>
          <a:ln>
            <a:noFill/>
          </a:ln>
        </p:spPr>
        <p:txBody>
          <a:bodyPr anchorCtr="0" anchor="t" bIns="68550" lIns="137150" spcFirstLastPara="1" rIns="137150" wrap="square" tIns="68550">
            <a:normAutofit/>
          </a:bodyPr>
          <a:lstStyle>
            <a:lvl1pPr indent="-400050" lvl="0" marL="457200" algn="l">
              <a:lnSpc>
                <a:spcPct val="90000"/>
              </a:lnSpc>
              <a:spcBef>
                <a:spcPts val="1500"/>
              </a:spcBef>
              <a:spcAft>
                <a:spcPts val="0"/>
              </a:spcAft>
              <a:buClr>
                <a:schemeClr val="dk1"/>
              </a:buClr>
              <a:buSzPts val="2700"/>
              <a:buChar char="•"/>
              <a:defRPr/>
            </a:lvl1pPr>
            <a:lvl2pPr indent="-400050" lvl="1" marL="914400" algn="l">
              <a:lnSpc>
                <a:spcPct val="90000"/>
              </a:lnSpc>
              <a:spcBef>
                <a:spcPts val="800"/>
              </a:spcBef>
              <a:spcAft>
                <a:spcPts val="0"/>
              </a:spcAft>
              <a:buClr>
                <a:schemeClr val="dk1"/>
              </a:buClr>
              <a:buSzPts val="2700"/>
              <a:buChar char="•"/>
              <a:defRPr/>
            </a:lvl2pPr>
            <a:lvl3pPr indent="-400050" lvl="2" marL="1371600" algn="l">
              <a:lnSpc>
                <a:spcPct val="90000"/>
              </a:lnSpc>
              <a:spcBef>
                <a:spcPts val="800"/>
              </a:spcBef>
              <a:spcAft>
                <a:spcPts val="0"/>
              </a:spcAft>
              <a:buClr>
                <a:schemeClr val="dk1"/>
              </a:buClr>
              <a:buSzPts val="2700"/>
              <a:buChar char="•"/>
              <a:defRPr/>
            </a:lvl3pPr>
            <a:lvl4pPr indent="-400050" lvl="3" marL="1828800" algn="l">
              <a:lnSpc>
                <a:spcPct val="90000"/>
              </a:lnSpc>
              <a:spcBef>
                <a:spcPts val="800"/>
              </a:spcBef>
              <a:spcAft>
                <a:spcPts val="0"/>
              </a:spcAft>
              <a:buClr>
                <a:schemeClr val="dk1"/>
              </a:buClr>
              <a:buSzPts val="2700"/>
              <a:buChar char="•"/>
              <a:defRPr/>
            </a:lvl4pPr>
            <a:lvl5pPr indent="-400050" lvl="4" marL="2286000" algn="l">
              <a:lnSpc>
                <a:spcPct val="90000"/>
              </a:lnSpc>
              <a:spcBef>
                <a:spcPts val="800"/>
              </a:spcBef>
              <a:spcAft>
                <a:spcPts val="0"/>
              </a:spcAft>
              <a:buClr>
                <a:schemeClr val="dk1"/>
              </a:buClr>
              <a:buSzPts val="2700"/>
              <a:buChar char="•"/>
              <a:defRPr/>
            </a:lvl5pPr>
            <a:lvl6pPr indent="-400050" lvl="5" marL="2743200" algn="l">
              <a:lnSpc>
                <a:spcPct val="90000"/>
              </a:lnSpc>
              <a:spcBef>
                <a:spcPts val="800"/>
              </a:spcBef>
              <a:spcAft>
                <a:spcPts val="0"/>
              </a:spcAft>
              <a:buClr>
                <a:schemeClr val="dk1"/>
              </a:buClr>
              <a:buSzPts val="2700"/>
              <a:buChar char="•"/>
              <a:defRPr/>
            </a:lvl6pPr>
            <a:lvl7pPr indent="-400050" lvl="6" marL="3200400" algn="l">
              <a:lnSpc>
                <a:spcPct val="90000"/>
              </a:lnSpc>
              <a:spcBef>
                <a:spcPts val="800"/>
              </a:spcBef>
              <a:spcAft>
                <a:spcPts val="0"/>
              </a:spcAft>
              <a:buClr>
                <a:schemeClr val="dk1"/>
              </a:buClr>
              <a:buSzPts val="2700"/>
              <a:buChar char="•"/>
              <a:defRPr/>
            </a:lvl7pPr>
            <a:lvl8pPr indent="-400050" lvl="7" marL="3657600" algn="l">
              <a:lnSpc>
                <a:spcPct val="90000"/>
              </a:lnSpc>
              <a:spcBef>
                <a:spcPts val="800"/>
              </a:spcBef>
              <a:spcAft>
                <a:spcPts val="0"/>
              </a:spcAft>
              <a:buClr>
                <a:schemeClr val="dk1"/>
              </a:buClr>
              <a:buSzPts val="2700"/>
              <a:buChar char="•"/>
              <a:defRPr/>
            </a:lvl8pPr>
            <a:lvl9pPr indent="-400050" lvl="8" marL="4114800" algn="l">
              <a:lnSpc>
                <a:spcPct val="90000"/>
              </a:lnSpc>
              <a:spcBef>
                <a:spcPts val="800"/>
              </a:spcBef>
              <a:spcAft>
                <a:spcPts val="0"/>
              </a:spcAft>
              <a:buClr>
                <a:schemeClr val="dk1"/>
              </a:buClr>
              <a:buSzPts val="2700"/>
              <a:buChar char="•"/>
              <a:defRPr/>
            </a:lvl9pPr>
          </a:lstStyle>
          <a:p/>
        </p:txBody>
      </p:sp>
      <p:sp>
        <p:nvSpPr>
          <p:cNvPr id="75" name="Google Shape;75;g39dddbd7dcc_0_991"/>
          <p:cNvSpPr txBox="1"/>
          <p:nvPr>
            <p:ph idx="10" type="dt"/>
          </p:nvPr>
        </p:nvSpPr>
        <p:spPr>
          <a:xfrm>
            <a:off x="1257300" y="9534525"/>
            <a:ext cx="4114800" cy="547800"/>
          </a:xfrm>
          <a:prstGeom prst="rect">
            <a:avLst/>
          </a:prstGeom>
          <a:noFill/>
          <a:ln>
            <a:noFill/>
          </a:ln>
        </p:spPr>
        <p:txBody>
          <a:bodyPr anchorCtr="0" anchor="ctr" bIns="68550" lIns="137150" spcFirstLastPara="1" rIns="137150" wrap="square" tIns="6855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76" name="Google Shape;76;g39dddbd7dcc_0_991"/>
          <p:cNvSpPr txBox="1"/>
          <p:nvPr>
            <p:ph idx="11" type="ftr"/>
          </p:nvPr>
        </p:nvSpPr>
        <p:spPr>
          <a:xfrm>
            <a:off x="6057900" y="9534525"/>
            <a:ext cx="6172200" cy="547800"/>
          </a:xfrm>
          <a:prstGeom prst="rect">
            <a:avLst/>
          </a:prstGeom>
          <a:noFill/>
          <a:ln>
            <a:noFill/>
          </a:ln>
        </p:spPr>
        <p:txBody>
          <a:bodyPr anchorCtr="0" anchor="ctr" bIns="68550" lIns="137150" spcFirstLastPara="1" rIns="137150" wrap="square" tIns="6855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77" name="Google Shape;77;g39dddbd7dcc_0_991"/>
          <p:cNvSpPr txBox="1"/>
          <p:nvPr>
            <p:ph idx="12" type="sldNum"/>
          </p:nvPr>
        </p:nvSpPr>
        <p:spPr>
          <a:xfrm>
            <a:off x="12915900" y="9534525"/>
            <a:ext cx="4114800" cy="547800"/>
          </a:xfrm>
          <a:prstGeom prst="rect">
            <a:avLst/>
          </a:prstGeom>
          <a:noFill/>
          <a:ln>
            <a:noFill/>
          </a:ln>
        </p:spPr>
        <p:txBody>
          <a:bodyPr anchorCtr="0" anchor="ctr" bIns="68550" lIns="137150" spcFirstLastPara="1" rIns="137150" wrap="square" tIns="6855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g39dddbd7dcc_0_997"/>
          <p:cNvSpPr txBox="1"/>
          <p:nvPr>
            <p:ph type="title"/>
          </p:nvPr>
        </p:nvSpPr>
        <p:spPr>
          <a:xfrm rot="5400000">
            <a:off x="10700250" y="2934938"/>
            <a:ext cx="8717700" cy="3943200"/>
          </a:xfrm>
          <a:prstGeom prst="rect">
            <a:avLst/>
          </a:prstGeom>
          <a:noFill/>
          <a:ln>
            <a:noFill/>
          </a:ln>
        </p:spPr>
        <p:txBody>
          <a:bodyPr anchorCtr="0" anchor="ctr" bIns="68550" lIns="137150" spcFirstLastPara="1" rIns="137150" wrap="square" tIns="68550">
            <a:normAutofit/>
          </a:bodyPr>
          <a:lstStyle>
            <a:lvl1pPr lvl="0" algn="l">
              <a:lnSpc>
                <a:spcPct val="90000"/>
              </a:lnSpc>
              <a:spcBef>
                <a:spcPts val="0"/>
              </a:spcBef>
              <a:spcAft>
                <a:spcPts val="0"/>
              </a:spcAft>
              <a:buClr>
                <a:schemeClr val="dk1"/>
              </a:buClr>
              <a:buSzPts val="27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80" name="Google Shape;80;g39dddbd7dcc_0_997"/>
          <p:cNvSpPr txBox="1"/>
          <p:nvPr>
            <p:ph idx="1" type="body"/>
          </p:nvPr>
        </p:nvSpPr>
        <p:spPr>
          <a:xfrm rot="5400000">
            <a:off x="2699250" y="-894112"/>
            <a:ext cx="8717700" cy="11601300"/>
          </a:xfrm>
          <a:prstGeom prst="rect">
            <a:avLst/>
          </a:prstGeom>
          <a:noFill/>
          <a:ln>
            <a:noFill/>
          </a:ln>
        </p:spPr>
        <p:txBody>
          <a:bodyPr anchorCtr="0" anchor="t" bIns="68550" lIns="137150" spcFirstLastPara="1" rIns="137150" wrap="square" tIns="68550">
            <a:normAutofit/>
          </a:bodyPr>
          <a:lstStyle>
            <a:lvl1pPr indent="-400050" lvl="0" marL="457200" algn="l">
              <a:lnSpc>
                <a:spcPct val="90000"/>
              </a:lnSpc>
              <a:spcBef>
                <a:spcPts val="1500"/>
              </a:spcBef>
              <a:spcAft>
                <a:spcPts val="0"/>
              </a:spcAft>
              <a:buClr>
                <a:schemeClr val="dk1"/>
              </a:buClr>
              <a:buSzPts val="2700"/>
              <a:buChar char="•"/>
              <a:defRPr/>
            </a:lvl1pPr>
            <a:lvl2pPr indent="-400050" lvl="1" marL="914400" algn="l">
              <a:lnSpc>
                <a:spcPct val="90000"/>
              </a:lnSpc>
              <a:spcBef>
                <a:spcPts val="800"/>
              </a:spcBef>
              <a:spcAft>
                <a:spcPts val="0"/>
              </a:spcAft>
              <a:buClr>
                <a:schemeClr val="dk1"/>
              </a:buClr>
              <a:buSzPts val="2700"/>
              <a:buChar char="•"/>
              <a:defRPr/>
            </a:lvl2pPr>
            <a:lvl3pPr indent="-400050" lvl="2" marL="1371600" algn="l">
              <a:lnSpc>
                <a:spcPct val="90000"/>
              </a:lnSpc>
              <a:spcBef>
                <a:spcPts val="800"/>
              </a:spcBef>
              <a:spcAft>
                <a:spcPts val="0"/>
              </a:spcAft>
              <a:buClr>
                <a:schemeClr val="dk1"/>
              </a:buClr>
              <a:buSzPts val="2700"/>
              <a:buChar char="•"/>
              <a:defRPr/>
            </a:lvl3pPr>
            <a:lvl4pPr indent="-400050" lvl="3" marL="1828800" algn="l">
              <a:lnSpc>
                <a:spcPct val="90000"/>
              </a:lnSpc>
              <a:spcBef>
                <a:spcPts val="800"/>
              </a:spcBef>
              <a:spcAft>
                <a:spcPts val="0"/>
              </a:spcAft>
              <a:buClr>
                <a:schemeClr val="dk1"/>
              </a:buClr>
              <a:buSzPts val="2700"/>
              <a:buChar char="•"/>
              <a:defRPr/>
            </a:lvl4pPr>
            <a:lvl5pPr indent="-400050" lvl="4" marL="2286000" algn="l">
              <a:lnSpc>
                <a:spcPct val="90000"/>
              </a:lnSpc>
              <a:spcBef>
                <a:spcPts val="800"/>
              </a:spcBef>
              <a:spcAft>
                <a:spcPts val="0"/>
              </a:spcAft>
              <a:buClr>
                <a:schemeClr val="dk1"/>
              </a:buClr>
              <a:buSzPts val="2700"/>
              <a:buChar char="•"/>
              <a:defRPr/>
            </a:lvl5pPr>
            <a:lvl6pPr indent="-400050" lvl="5" marL="2743200" algn="l">
              <a:lnSpc>
                <a:spcPct val="90000"/>
              </a:lnSpc>
              <a:spcBef>
                <a:spcPts val="800"/>
              </a:spcBef>
              <a:spcAft>
                <a:spcPts val="0"/>
              </a:spcAft>
              <a:buClr>
                <a:schemeClr val="dk1"/>
              </a:buClr>
              <a:buSzPts val="2700"/>
              <a:buChar char="•"/>
              <a:defRPr/>
            </a:lvl6pPr>
            <a:lvl7pPr indent="-400050" lvl="6" marL="3200400" algn="l">
              <a:lnSpc>
                <a:spcPct val="90000"/>
              </a:lnSpc>
              <a:spcBef>
                <a:spcPts val="800"/>
              </a:spcBef>
              <a:spcAft>
                <a:spcPts val="0"/>
              </a:spcAft>
              <a:buClr>
                <a:schemeClr val="dk1"/>
              </a:buClr>
              <a:buSzPts val="2700"/>
              <a:buChar char="•"/>
              <a:defRPr/>
            </a:lvl7pPr>
            <a:lvl8pPr indent="-400050" lvl="7" marL="3657600" algn="l">
              <a:lnSpc>
                <a:spcPct val="90000"/>
              </a:lnSpc>
              <a:spcBef>
                <a:spcPts val="800"/>
              </a:spcBef>
              <a:spcAft>
                <a:spcPts val="0"/>
              </a:spcAft>
              <a:buClr>
                <a:schemeClr val="dk1"/>
              </a:buClr>
              <a:buSzPts val="2700"/>
              <a:buChar char="•"/>
              <a:defRPr/>
            </a:lvl8pPr>
            <a:lvl9pPr indent="-400050" lvl="8" marL="4114800" algn="l">
              <a:lnSpc>
                <a:spcPct val="90000"/>
              </a:lnSpc>
              <a:spcBef>
                <a:spcPts val="800"/>
              </a:spcBef>
              <a:spcAft>
                <a:spcPts val="0"/>
              </a:spcAft>
              <a:buClr>
                <a:schemeClr val="dk1"/>
              </a:buClr>
              <a:buSzPts val="2700"/>
              <a:buChar char="•"/>
              <a:defRPr/>
            </a:lvl9pPr>
          </a:lstStyle>
          <a:p/>
        </p:txBody>
      </p:sp>
      <p:sp>
        <p:nvSpPr>
          <p:cNvPr id="81" name="Google Shape;81;g39dddbd7dcc_0_997"/>
          <p:cNvSpPr txBox="1"/>
          <p:nvPr>
            <p:ph idx="10" type="dt"/>
          </p:nvPr>
        </p:nvSpPr>
        <p:spPr>
          <a:xfrm>
            <a:off x="1257300" y="9534525"/>
            <a:ext cx="4114800" cy="547800"/>
          </a:xfrm>
          <a:prstGeom prst="rect">
            <a:avLst/>
          </a:prstGeom>
          <a:noFill/>
          <a:ln>
            <a:noFill/>
          </a:ln>
        </p:spPr>
        <p:txBody>
          <a:bodyPr anchorCtr="0" anchor="ctr" bIns="68550" lIns="137150" spcFirstLastPara="1" rIns="137150" wrap="square" tIns="6855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82" name="Google Shape;82;g39dddbd7dcc_0_997"/>
          <p:cNvSpPr txBox="1"/>
          <p:nvPr>
            <p:ph idx="11" type="ftr"/>
          </p:nvPr>
        </p:nvSpPr>
        <p:spPr>
          <a:xfrm>
            <a:off x="6057900" y="9534525"/>
            <a:ext cx="6172200" cy="547800"/>
          </a:xfrm>
          <a:prstGeom prst="rect">
            <a:avLst/>
          </a:prstGeom>
          <a:noFill/>
          <a:ln>
            <a:noFill/>
          </a:ln>
        </p:spPr>
        <p:txBody>
          <a:bodyPr anchorCtr="0" anchor="ctr" bIns="68550" lIns="137150" spcFirstLastPara="1" rIns="137150" wrap="square" tIns="6855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83" name="Google Shape;83;g39dddbd7dcc_0_997"/>
          <p:cNvSpPr txBox="1"/>
          <p:nvPr>
            <p:ph idx="12" type="sldNum"/>
          </p:nvPr>
        </p:nvSpPr>
        <p:spPr>
          <a:xfrm>
            <a:off x="12915900" y="9534525"/>
            <a:ext cx="4114800" cy="547800"/>
          </a:xfrm>
          <a:prstGeom prst="rect">
            <a:avLst/>
          </a:prstGeom>
          <a:noFill/>
          <a:ln>
            <a:noFill/>
          </a:ln>
        </p:spPr>
        <p:txBody>
          <a:bodyPr anchorCtr="0" anchor="ctr" bIns="68550" lIns="137150" spcFirstLastPara="1" rIns="137150" wrap="square" tIns="6855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0" name="Shape 90"/>
        <p:cNvGrpSpPr/>
        <p:nvPr/>
      </p:nvGrpSpPr>
      <p:grpSpPr>
        <a:xfrm>
          <a:off x="0" y="0"/>
          <a:ext cx="0" cy="0"/>
          <a:chOff x="0" y="0"/>
          <a:chExt cx="0" cy="0"/>
        </a:xfrm>
      </p:grpSpPr>
      <p:sp>
        <p:nvSpPr>
          <p:cNvPr id="91" name="Google Shape;91;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3" name="Google Shape;93;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0" name="Shape 100"/>
        <p:cNvGrpSpPr/>
        <p:nvPr/>
      </p:nvGrpSpPr>
      <p:grpSpPr>
        <a:xfrm>
          <a:off x="0" y="0"/>
          <a:ext cx="0" cy="0"/>
          <a:chOff x="0" y="0"/>
          <a:chExt cx="0" cy="0"/>
        </a:xfrm>
      </p:grpSpPr>
      <p:sp>
        <p:nvSpPr>
          <p:cNvPr id="101" name="Google Shape;101;p2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2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03" name="Google Shape;103;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6" name="Shape 106"/>
        <p:cNvGrpSpPr/>
        <p:nvPr/>
      </p:nvGrpSpPr>
      <p:grpSpPr>
        <a:xfrm>
          <a:off x="0" y="0"/>
          <a:ext cx="0" cy="0"/>
          <a:chOff x="0" y="0"/>
          <a:chExt cx="0" cy="0"/>
        </a:xfrm>
      </p:grpSpPr>
      <p:sp>
        <p:nvSpPr>
          <p:cNvPr id="107" name="Google Shape;107;p2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2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109" name="Google Shape;109;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2" name="Shape 112"/>
        <p:cNvGrpSpPr/>
        <p:nvPr/>
      </p:nvGrpSpPr>
      <p:grpSpPr>
        <a:xfrm>
          <a:off x="0" y="0"/>
          <a:ext cx="0" cy="0"/>
          <a:chOff x="0" y="0"/>
          <a:chExt cx="0" cy="0"/>
        </a:xfrm>
      </p:grpSpPr>
      <p:sp>
        <p:nvSpPr>
          <p:cNvPr id="113" name="Google Shape;113;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2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5" name="Google Shape;115;p2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6" name="Google Shape;116;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9" name="Shape 119"/>
        <p:cNvGrpSpPr/>
        <p:nvPr/>
      </p:nvGrpSpPr>
      <p:grpSpPr>
        <a:xfrm>
          <a:off x="0" y="0"/>
          <a:ext cx="0" cy="0"/>
          <a:chOff x="0" y="0"/>
          <a:chExt cx="0" cy="0"/>
        </a:xfrm>
      </p:grpSpPr>
      <p:sp>
        <p:nvSpPr>
          <p:cNvPr id="120" name="Google Shape;120;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2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22" name="Google Shape;122;p2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23" name="Google Shape;123;p2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24" name="Google Shape;124;p2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25" name="Google Shape;125;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8" name="Shape 128"/>
        <p:cNvGrpSpPr/>
        <p:nvPr/>
      </p:nvGrpSpPr>
      <p:grpSpPr>
        <a:xfrm>
          <a:off x="0" y="0"/>
          <a:ext cx="0" cy="0"/>
          <a:chOff x="0" y="0"/>
          <a:chExt cx="0" cy="0"/>
        </a:xfrm>
      </p:grpSpPr>
      <p:sp>
        <p:nvSpPr>
          <p:cNvPr id="129" name="Google Shape;129;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3" name="Shape 133"/>
        <p:cNvGrpSpPr/>
        <p:nvPr/>
      </p:nvGrpSpPr>
      <p:grpSpPr>
        <a:xfrm>
          <a:off x="0" y="0"/>
          <a:ext cx="0" cy="0"/>
          <a:chOff x="0" y="0"/>
          <a:chExt cx="0" cy="0"/>
        </a:xfrm>
      </p:grpSpPr>
      <p:sp>
        <p:nvSpPr>
          <p:cNvPr id="134" name="Google Shape;134;p2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2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136" name="Google Shape;136;p2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37" name="Google Shape;137;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0" name="Shape 140"/>
        <p:cNvGrpSpPr/>
        <p:nvPr/>
      </p:nvGrpSpPr>
      <p:grpSpPr>
        <a:xfrm>
          <a:off x="0" y="0"/>
          <a:ext cx="0" cy="0"/>
          <a:chOff x="0" y="0"/>
          <a:chExt cx="0" cy="0"/>
        </a:xfrm>
      </p:grpSpPr>
      <p:sp>
        <p:nvSpPr>
          <p:cNvPr id="141" name="Google Shape;141;p2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28"/>
          <p:cNvSpPr/>
          <p:nvPr>
            <p:ph idx="2" type="pic"/>
          </p:nvPr>
        </p:nvSpPr>
        <p:spPr>
          <a:xfrm>
            <a:off x="1792288" y="612775"/>
            <a:ext cx="5486400" cy="4114800"/>
          </a:xfrm>
          <a:prstGeom prst="rect">
            <a:avLst/>
          </a:prstGeom>
          <a:noFill/>
          <a:ln>
            <a:noFill/>
          </a:ln>
        </p:spPr>
      </p:sp>
      <p:sp>
        <p:nvSpPr>
          <p:cNvPr id="143" name="Google Shape;143;p2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44" name="Google Shape;144;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7" name="Shape 147"/>
        <p:cNvGrpSpPr/>
        <p:nvPr/>
      </p:nvGrpSpPr>
      <p:grpSpPr>
        <a:xfrm>
          <a:off x="0" y="0"/>
          <a:ext cx="0" cy="0"/>
          <a:chOff x="0" y="0"/>
          <a:chExt cx="0" cy="0"/>
        </a:xfrm>
      </p:grpSpPr>
      <p:sp>
        <p:nvSpPr>
          <p:cNvPr id="148" name="Google Shape;148;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p2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0" name="Google Shape;150;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3" name="Shape 153"/>
        <p:cNvGrpSpPr/>
        <p:nvPr/>
      </p:nvGrpSpPr>
      <p:grpSpPr>
        <a:xfrm>
          <a:off x="0" y="0"/>
          <a:ext cx="0" cy="0"/>
          <a:chOff x="0" y="0"/>
          <a:chExt cx="0" cy="0"/>
        </a:xfrm>
      </p:grpSpPr>
      <p:sp>
        <p:nvSpPr>
          <p:cNvPr id="154" name="Google Shape;154;p3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5" name="Google Shape;155;p3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6" name="Google Shape;156;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7" name="Google Shape;157;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8" name="Google Shape;158;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g39dddbd7dcc_0_928"/>
          <p:cNvSpPr txBox="1"/>
          <p:nvPr>
            <p:ph type="title"/>
          </p:nvPr>
        </p:nvSpPr>
        <p:spPr>
          <a:xfrm>
            <a:off x="1257300" y="547688"/>
            <a:ext cx="15773400" cy="1988700"/>
          </a:xfrm>
          <a:prstGeom prst="rect">
            <a:avLst/>
          </a:prstGeom>
          <a:noFill/>
          <a:ln>
            <a:noFill/>
          </a:ln>
        </p:spPr>
        <p:txBody>
          <a:bodyPr anchorCtr="0" anchor="ctr" bIns="68550" lIns="137150" spcFirstLastPara="1" rIns="137150" wrap="square" tIns="68550">
            <a:normAutofit/>
          </a:bodyPr>
          <a:lstStyle>
            <a:lvl1pPr lvl="0" marR="0" rtl="0" algn="l">
              <a:lnSpc>
                <a:spcPct val="90000"/>
              </a:lnSpc>
              <a:spcBef>
                <a:spcPts val="0"/>
              </a:spcBef>
              <a:spcAft>
                <a:spcPts val="0"/>
              </a:spcAft>
              <a:buClr>
                <a:schemeClr val="dk1"/>
              </a:buClr>
              <a:buSzPts val="6600"/>
              <a:buFont typeface="Calibri"/>
              <a:buNone/>
              <a:defRPr b="0" i="0" sz="66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2100"/>
              <a:buFont typeface="Arial"/>
              <a:buNone/>
              <a:defRPr b="0" i="0" sz="27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100"/>
              <a:buFont typeface="Arial"/>
              <a:buNone/>
              <a:defRPr b="0" i="0" sz="27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100"/>
              <a:buFont typeface="Arial"/>
              <a:buNone/>
              <a:defRPr b="0" i="0" sz="27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100"/>
              <a:buFont typeface="Arial"/>
              <a:buNone/>
              <a:defRPr b="0" i="0" sz="27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100"/>
              <a:buFont typeface="Arial"/>
              <a:buNone/>
              <a:defRPr b="0" i="0" sz="27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100"/>
              <a:buFont typeface="Arial"/>
              <a:buNone/>
              <a:defRPr b="0" i="0" sz="27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100"/>
              <a:buFont typeface="Arial"/>
              <a:buNone/>
              <a:defRPr b="0" i="0" sz="27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100"/>
              <a:buFont typeface="Arial"/>
              <a:buNone/>
              <a:defRPr b="0" i="0" sz="2700" u="none" cap="none" strike="noStrike">
                <a:solidFill>
                  <a:srgbClr val="000000"/>
                </a:solidFill>
                <a:latin typeface="Arial"/>
                <a:ea typeface="Arial"/>
                <a:cs typeface="Arial"/>
                <a:sym typeface="Arial"/>
              </a:defRPr>
            </a:lvl9pPr>
          </a:lstStyle>
          <a:p/>
        </p:txBody>
      </p:sp>
      <p:sp>
        <p:nvSpPr>
          <p:cNvPr id="11" name="Google Shape;11;g39dddbd7dcc_0_928"/>
          <p:cNvSpPr txBox="1"/>
          <p:nvPr>
            <p:ph idx="1" type="body"/>
          </p:nvPr>
        </p:nvSpPr>
        <p:spPr>
          <a:xfrm>
            <a:off x="1257300" y="2738438"/>
            <a:ext cx="15773400" cy="6526800"/>
          </a:xfrm>
          <a:prstGeom prst="rect">
            <a:avLst/>
          </a:prstGeom>
          <a:noFill/>
          <a:ln>
            <a:noFill/>
          </a:ln>
        </p:spPr>
        <p:txBody>
          <a:bodyPr anchorCtr="0" anchor="t" bIns="68550" lIns="137150" spcFirstLastPara="1" rIns="137150" wrap="square" tIns="68550">
            <a:normAutofit/>
          </a:bodyPr>
          <a:lstStyle>
            <a:lvl1pPr indent="-495300" lvl="0" marL="457200" marR="0" rtl="0" algn="l">
              <a:lnSpc>
                <a:spcPct val="90000"/>
              </a:lnSpc>
              <a:spcBef>
                <a:spcPts val="1500"/>
              </a:spcBef>
              <a:spcAft>
                <a:spcPts val="0"/>
              </a:spcAft>
              <a:buClr>
                <a:schemeClr val="dk1"/>
              </a:buClr>
              <a:buSzPts val="4200"/>
              <a:buFont typeface="Arial"/>
              <a:buChar char="•"/>
              <a:defRPr b="0" i="0" sz="4200" u="none" cap="none" strike="noStrike">
                <a:solidFill>
                  <a:schemeClr val="dk1"/>
                </a:solidFill>
                <a:latin typeface="Calibri"/>
                <a:ea typeface="Calibri"/>
                <a:cs typeface="Calibri"/>
                <a:sym typeface="Calibri"/>
              </a:defRPr>
            </a:lvl1pPr>
            <a:lvl2pPr indent="-457200" lvl="1" marL="914400" marR="0" rtl="0" algn="l">
              <a:lnSpc>
                <a:spcPct val="90000"/>
              </a:lnSpc>
              <a:spcBef>
                <a:spcPts val="80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80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8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8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8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8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8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8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2" name="Google Shape;12;g39dddbd7dcc_0_928"/>
          <p:cNvSpPr txBox="1"/>
          <p:nvPr>
            <p:ph idx="10" type="dt"/>
          </p:nvPr>
        </p:nvSpPr>
        <p:spPr>
          <a:xfrm>
            <a:off x="1257300" y="9534525"/>
            <a:ext cx="4114800" cy="547800"/>
          </a:xfrm>
          <a:prstGeom prst="rect">
            <a:avLst/>
          </a:prstGeom>
          <a:noFill/>
          <a:ln>
            <a:noFill/>
          </a:ln>
        </p:spPr>
        <p:txBody>
          <a:bodyPr anchorCtr="0" anchor="ctr" bIns="68550" lIns="137150" spcFirstLastPara="1" rIns="137150" wrap="square" tIns="68550">
            <a:noAutofit/>
          </a:bodyPr>
          <a:lstStyle>
            <a:lvl1pPr lvl="0" marR="0" rtl="0" algn="l">
              <a:lnSpc>
                <a:spcPct val="100000"/>
              </a:lnSpc>
              <a:spcBef>
                <a:spcPts val="0"/>
              </a:spcBef>
              <a:spcAft>
                <a:spcPts val="0"/>
              </a:spcAft>
              <a:buClr>
                <a:srgbClr val="000000"/>
              </a:buClr>
              <a:buSzPts val="21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2100"/>
              <a:buFont typeface="Arial"/>
              <a:buNone/>
              <a:defRPr b="0" i="0" sz="27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2100"/>
              <a:buFont typeface="Arial"/>
              <a:buNone/>
              <a:defRPr b="0" i="0" sz="27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2100"/>
              <a:buFont typeface="Arial"/>
              <a:buNone/>
              <a:defRPr b="0" i="0" sz="27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2100"/>
              <a:buFont typeface="Arial"/>
              <a:buNone/>
              <a:defRPr b="0" i="0" sz="27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2100"/>
              <a:buFont typeface="Arial"/>
              <a:buNone/>
              <a:defRPr b="0" i="0" sz="27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2100"/>
              <a:buFont typeface="Arial"/>
              <a:buNone/>
              <a:defRPr b="0" i="0" sz="27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2100"/>
              <a:buFont typeface="Arial"/>
              <a:buNone/>
              <a:defRPr b="0" i="0" sz="27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2100"/>
              <a:buFont typeface="Arial"/>
              <a:buNone/>
              <a:defRPr b="0" i="0" sz="2700" u="none" cap="none" strike="noStrike">
                <a:solidFill>
                  <a:schemeClr val="dk1"/>
                </a:solidFill>
                <a:latin typeface="Calibri"/>
                <a:ea typeface="Calibri"/>
                <a:cs typeface="Calibri"/>
                <a:sym typeface="Calibri"/>
              </a:defRPr>
            </a:lvl9pPr>
          </a:lstStyle>
          <a:p/>
        </p:txBody>
      </p:sp>
      <p:sp>
        <p:nvSpPr>
          <p:cNvPr id="13" name="Google Shape;13;g39dddbd7dcc_0_928"/>
          <p:cNvSpPr txBox="1"/>
          <p:nvPr>
            <p:ph idx="11" type="ftr"/>
          </p:nvPr>
        </p:nvSpPr>
        <p:spPr>
          <a:xfrm>
            <a:off x="6057900" y="9534525"/>
            <a:ext cx="6172200" cy="547800"/>
          </a:xfrm>
          <a:prstGeom prst="rect">
            <a:avLst/>
          </a:prstGeom>
          <a:noFill/>
          <a:ln>
            <a:noFill/>
          </a:ln>
        </p:spPr>
        <p:txBody>
          <a:bodyPr anchorCtr="0" anchor="ctr" bIns="68550" lIns="137150" spcFirstLastPara="1" rIns="137150" wrap="square" tIns="68550">
            <a:noAutofit/>
          </a:bodyPr>
          <a:lstStyle>
            <a:lvl1pPr lvl="0" marR="0" rtl="0" algn="ctr">
              <a:lnSpc>
                <a:spcPct val="100000"/>
              </a:lnSpc>
              <a:spcBef>
                <a:spcPts val="0"/>
              </a:spcBef>
              <a:spcAft>
                <a:spcPts val="0"/>
              </a:spcAft>
              <a:buClr>
                <a:srgbClr val="000000"/>
              </a:buClr>
              <a:buSzPts val="21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2100"/>
              <a:buFont typeface="Arial"/>
              <a:buNone/>
              <a:defRPr b="0" i="0" sz="27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2100"/>
              <a:buFont typeface="Arial"/>
              <a:buNone/>
              <a:defRPr b="0" i="0" sz="27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2100"/>
              <a:buFont typeface="Arial"/>
              <a:buNone/>
              <a:defRPr b="0" i="0" sz="27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2100"/>
              <a:buFont typeface="Arial"/>
              <a:buNone/>
              <a:defRPr b="0" i="0" sz="27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2100"/>
              <a:buFont typeface="Arial"/>
              <a:buNone/>
              <a:defRPr b="0" i="0" sz="27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2100"/>
              <a:buFont typeface="Arial"/>
              <a:buNone/>
              <a:defRPr b="0" i="0" sz="27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2100"/>
              <a:buFont typeface="Arial"/>
              <a:buNone/>
              <a:defRPr b="0" i="0" sz="27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2100"/>
              <a:buFont typeface="Arial"/>
              <a:buNone/>
              <a:defRPr b="0" i="0" sz="2700" u="none" cap="none" strike="noStrike">
                <a:solidFill>
                  <a:schemeClr val="dk1"/>
                </a:solidFill>
                <a:latin typeface="Calibri"/>
                <a:ea typeface="Calibri"/>
                <a:cs typeface="Calibri"/>
                <a:sym typeface="Calibri"/>
              </a:defRPr>
            </a:lvl9pPr>
          </a:lstStyle>
          <a:p/>
        </p:txBody>
      </p:sp>
      <p:sp>
        <p:nvSpPr>
          <p:cNvPr id="14" name="Google Shape;14;g39dddbd7dcc_0_928"/>
          <p:cNvSpPr txBox="1"/>
          <p:nvPr>
            <p:ph idx="12" type="sldNum"/>
          </p:nvPr>
        </p:nvSpPr>
        <p:spPr>
          <a:xfrm>
            <a:off x="12915900" y="9534525"/>
            <a:ext cx="4114800" cy="547800"/>
          </a:xfrm>
          <a:prstGeom prst="rect">
            <a:avLst/>
          </a:prstGeom>
          <a:noFill/>
          <a:ln>
            <a:noFill/>
          </a:ln>
        </p:spPr>
        <p:txBody>
          <a:bodyPr anchorCtr="0" anchor="ctr" bIns="68550" lIns="137150" spcFirstLastPara="1" rIns="137150" wrap="square" tIns="68550">
            <a:no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 name="Shape 84"/>
        <p:cNvGrpSpPr/>
        <p:nvPr/>
      </p:nvGrpSpPr>
      <p:grpSpPr>
        <a:xfrm>
          <a:off x="0" y="0"/>
          <a:ext cx="0" cy="0"/>
          <a:chOff x="0" y="0"/>
          <a:chExt cx="0" cy="0"/>
        </a:xfrm>
      </p:grpSpPr>
      <p:sp>
        <p:nvSpPr>
          <p:cNvPr id="85" name="Google Shape;85;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7" name="Google Shape;87;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s://leetcode.com/problems/implement-queue-using-stacks/" TargetMode="External"/><Relationship Id="rId4" Type="http://schemas.openxmlformats.org/officeDocument/2006/relationships/hyperlink" Target="https://leetcode.com/problems/evaluate-reverse-polish-notation/" TargetMode="External"/><Relationship Id="rId5" Type="http://schemas.openxmlformats.org/officeDocument/2006/relationships/hyperlink" Target="https://leetcode.com/problems/implement-queue-using-stacks/" TargetMode="External"/><Relationship Id="rId6"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hyperlink" Target="https://leetcode.com/problems/implement-queue-using-stacks/" TargetMode="External"/><Relationship Id="rId5" Type="http://schemas.openxmlformats.org/officeDocument/2006/relationships/hyperlink" Target="https://leetcode.com/problems/implement-queue-using-stacks/"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hyperlink" Target="https://leetcode.com/problems/decode-string/" TargetMode="External"/><Relationship Id="rId5" Type="http://schemas.openxmlformats.org/officeDocument/2006/relationships/hyperlink" Target="https://leetcode.com/problems/decode-string/"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9dddbd7dcc_0_81"/>
          <p:cNvSpPr txBox="1"/>
          <p:nvPr>
            <p:ph type="ctrTitle"/>
          </p:nvPr>
        </p:nvSpPr>
        <p:spPr>
          <a:xfrm>
            <a:off x="2286000" y="2637701"/>
            <a:ext cx="13716000" cy="3581700"/>
          </a:xfrm>
          <a:prstGeom prst="rect">
            <a:avLst/>
          </a:prstGeom>
          <a:noFill/>
          <a:ln>
            <a:noFill/>
          </a:ln>
        </p:spPr>
        <p:txBody>
          <a:bodyPr anchorCtr="0" anchor="b" bIns="68550" lIns="137150" spcFirstLastPara="1" rIns="137150" wrap="square" tIns="68550">
            <a:normAutofit/>
          </a:bodyPr>
          <a:lstStyle/>
          <a:p>
            <a:pPr indent="0" lvl="0" marL="0" rtl="0" algn="ctr">
              <a:lnSpc>
                <a:spcPct val="90000"/>
              </a:lnSpc>
              <a:spcBef>
                <a:spcPts val="0"/>
              </a:spcBef>
              <a:spcAft>
                <a:spcPts val="0"/>
              </a:spcAft>
              <a:buClr>
                <a:schemeClr val="dk1"/>
              </a:buClr>
              <a:buSzPts val="10500"/>
              <a:buFont typeface="Cambria"/>
              <a:buNone/>
            </a:pPr>
            <a:r>
              <a:rPr lang="en-US" sz="10500">
                <a:latin typeface="Cambria"/>
                <a:ea typeface="Cambria"/>
                <a:cs typeface="Cambria"/>
                <a:sym typeface="Cambria"/>
              </a:rPr>
              <a:t>Practical 2</a:t>
            </a:r>
            <a:endParaRPr sz="10500">
              <a:latin typeface="Cambria"/>
              <a:ea typeface="Cambria"/>
              <a:cs typeface="Cambria"/>
              <a:sym typeface="Cambria"/>
            </a:endParaRPr>
          </a:p>
        </p:txBody>
      </p:sp>
      <p:sp>
        <p:nvSpPr>
          <p:cNvPr id="164" name="Google Shape;164;g39dddbd7dcc_0_81"/>
          <p:cNvSpPr txBox="1"/>
          <p:nvPr>
            <p:ph idx="1" type="subTitle"/>
          </p:nvPr>
        </p:nvSpPr>
        <p:spPr>
          <a:xfrm>
            <a:off x="2286000" y="6297579"/>
            <a:ext cx="13716000" cy="2483700"/>
          </a:xfrm>
          <a:prstGeom prst="rect">
            <a:avLst/>
          </a:prstGeom>
          <a:noFill/>
          <a:ln>
            <a:noFill/>
          </a:ln>
        </p:spPr>
        <p:txBody>
          <a:bodyPr anchorCtr="0" anchor="t" bIns="68550" lIns="137150" spcFirstLastPara="1" rIns="137150" wrap="square" tIns="68550">
            <a:normAutofit/>
          </a:bodyPr>
          <a:lstStyle/>
          <a:p>
            <a:pPr indent="0" lvl="0" marL="0" rtl="0" algn="ctr">
              <a:lnSpc>
                <a:spcPct val="90000"/>
              </a:lnSpc>
              <a:spcBef>
                <a:spcPts val="1500"/>
              </a:spcBef>
              <a:spcAft>
                <a:spcPts val="0"/>
              </a:spcAft>
              <a:buClr>
                <a:schemeClr val="dk1"/>
              </a:buClr>
              <a:buSzPts val="3600"/>
              <a:buNone/>
            </a:pPr>
            <a:r>
              <a:rPr lang="en-US">
                <a:solidFill>
                  <a:srgbClr val="000000"/>
                </a:solidFill>
                <a:latin typeface="Cambria"/>
                <a:ea typeface="Cambria"/>
                <a:cs typeface="Cambria"/>
                <a:sym typeface="Cambria"/>
              </a:rPr>
              <a:t>Evaluation of Expressions Using Stack</a:t>
            </a:r>
            <a:endParaRPr>
              <a:solidFill>
                <a:srgbClr val="000000"/>
              </a:solidFill>
              <a:latin typeface="Cambria"/>
              <a:ea typeface="Cambria"/>
              <a:cs typeface="Cambria"/>
              <a:sym typeface="Cambria"/>
            </a:endParaRPr>
          </a:p>
        </p:txBody>
      </p:sp>
      <p:sp>
        <p:nvSpPr>
          <p:cNvPr id="165" name="Google Shape;165;g39dddbd7dcc_0_81"/>
          <p:cNvSpPr/>
          <p:nvPr/>
        </p:nvSpPr>
        <p:spPr>
          <a:xfrm>
            <a:off x="4606112" y="2271933"/>
            <a:ext cx="9075777" cy="2276684"/>
          </a:xfrm>
          <a:custGeom>
            <a:rect b="b" l="l" r="r" t="t"/>
            <a:pathLst>
              <a:path extrusionOk="0" h="1517789" w="6050518">
                <a:moveTo>
                  <a:pt x="0" y="0"/>
                </a:moveTo>
                <a:lnTo>
                  <a:pt x="6050518" y="0"/>
                </a:lnTo>
                <a:lnTo>
                  <a:pt x="6050518" y="1517788"/>
                </a:lnTo>
                <a:lnTo>
                  <a:pt x="0" y="1517788"/>
                </a:lnTo>
                <a:lnTo>
                  <a:pt x="0" y="0"/>
                </a:lnTo>
                <a:close/>
              </a:path>
            </a:pathLst>
          </a:custGeom>
          <a:blipFill rotWithShape="1">
            <a:blip r:embed="rId3">
              <a:alphaModFix/>
            </a:blip>
            <a:stretch>
              <a:fillRect b="-5644" l="0" r="0" t="-4637"/>
            </a:stretch>
          </a:blipFill>
          <a:ln>
            <a:noFill/>
          </a:ln>
        </p:spPr>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graphicFrame>
        <p:nvGraphicFramePr>
          <p:cNvPr id="170" name="Google Shape;170;g39dddbd7dcc_0_162"/>
          <p:cNvGraphicFramePr/>
          <p:nvPr/>
        </p:nvGraphicFramePr>
        <p:xfrm>
          <a:off x="4964309" y="1898759"/>
          <a:ext cx="3000000" cy="3000000"/>
        </p:xfrm>
        <a:graphic>
          <a:graphicData uri="http://schemas.openxmlformats.org/drawingml/2006/table">
            <a:tbl>
              <a:tblPr>
                <a:noFill/>
                <a:tableStyleId>{F81E8F3C-F5C5-4CC3-A51C-2C526C46E06C}</a:tableStyleId>
              </a:tblPr>
              <a:tblGrid>
                <a:gridCol w="8014275"/>
              </a:tblGrid>
              <a:tr h="537225">
                <a:tc>
                  <a:txBody>
                    <a:bodyPr/>
                    <a:lstStyle/>
                    <a:p>
                      <a:pPr indent="0" lvl="0" marL="0" marR="0" rtl="0" algn="ctr">
                        <a:lnSpc>
                          <a:spcPct val="100000"/>
                        </a:lnSpc>
                        <a:spcBef>
                          <a:spcPts val="0"/>
                        </a:spcBef>
                        <a:spcAft>
                          <a:spcPts val="0"/>
                        </a:spcAft>
                        <a:buClr>
                          <a:srgbClr val="000000"/>
                        </a:buClr>
                        <a:buSzPts val="3600"/>
                        <a:buFont typeface="Cambria"/>
                        <a:buNone/>
                      </a:pPr>
                      <a:r>
                        <a:rPr b="1" i="0" lang="en-US" sz="3600" u="none" cap="none" strike="noStrike">
                          <a:solidFill>
                            <a:srgbClr val="000000"/>
                          </a:solidFill>
                          <a:latin typeface="Cambria"/>
                          <a:ea typeface="Cambria"/>
                          <a:cs typeface="Cambria"/>
                          <a:sym typeface="Cambria"/>
                        </a:rPr>
                        <a:t>Lesson Plan</a:t>
                      </a:r>
                      <a:endParaRPr sz="3600" u="none" cap="none" strike="noStrike">
                        <a:latin typeface="Cambria"/>
                        <a:ea typeface="Cambria"/>
                        <a:cs typeface="Cambria"/>
                        <a:sym typeface="Cambria"/>
                      </a:endParaRPr>
                    </a:p>
                  </a:txBody>
                  <a:tcPr marT="57150" marB="57150" marR="114300" marL="114300" anchor="ctr">
                    <a:lnL cap="flat" cmpd="sng" w="14675">
                      <a:solidFill>
                        <a:srgbClr val="000000"/>
                      </a:solidFill>
                      <a:prstDash val="solid"/>
                      <a:round/>
                      <a:headEnd len="sm" w="sm" type="none"/>
                      <a:tailEnd len="sm" w="sm" type="none"/>
                    </a:lnL>
                    <a:lnR cap="flat" cmpd="sng" w="14675">
                      <a:solidFill>
                        <a:srgbClr val="000000"/>
                      </a:solidFill>
                      <a:prstDash val="solid"/>
                      <a:round/>
                      <a:headEnd len="sm" w="sm" type="none"/>
                      <a:tailEnd len="sm" w="sm" type="none"/>
                    </a:lnR>
                    <a:lnT cap="flat" cmpd="sng" w="14675">
                      <a:solidFill>
                        <a:srgbClr val="000000"/>
                      </a:solidFill>
                      <a:prstDash val="solid"/>
                      <a:round/>
                      <a:headEnd len="sm" w="sm" type="none"/>
                      <a:tailEnd len="sm" w="sm" type="none"/>
                    </a:lnT>
                    <a:lnB cap="flat" cmpd="sng" w="14675">
                      <a:solidFill>
                        <a:srgbClr val="000000"/>
                      </a:solidFill>
                      <a:prstDash val="solid"/>
                      <a:round/>
                      <a:headEnd len="sm" w="sm" type="none"/>
                      <a:tailEnd len="sm" w="sm" type="none"/>
                    </a:lnB>
                    <a:solidFill>
                      <a:srgbClr val="FFFFFF"/>
                    </a:solidFill>
                  </a:tcPr>
                </a:tc>
              </a:tr>
            </a:tbl>
          </a:graphicData>
        </a:graphic>
      </p:graphicFrame>
      <p:sp>
        <p:nvSpPr>
          <p:cNvPr id="171" name="Google Shape;171;g39dddbd7dcc_0_162"/>
          <p:cNvSpPr/>
          <p:nvPr/>
        </p:nvSpPr>
        <p:spPr>
          <a:xfrm>
            <a:off x="14987223" y="6"/>
            <a:ext cx="3217202" cy="1493287"/>
          </a:xfrm>
          <a:custGeom>
            <a:rect b="b" l="l" r="r" t="t"/>
            <a:pathLst>
              <a:path extrusionOk="0" h="1896237" w="4085336">
                <a:moveTo>
                  <a:pt x="0" y="0"/>
                </a:moveTo>
                <a:lnTo>
                  <a:pt x="4085336" y="0"/>
                </a:lnTo>
                <a:lnTo>
                  <a:pt x="4085336" y="1896237"/>
                </a:lnTo>
                <a:lnTo>
                  <a:pt x="0" y="1896237"/>
                </a:lnTo>
                <a:lnTo>
                  <a:pt x="0" y="0"/>
                </a:lnTo>
                <a:close/>
              </a:path>
            </a:pathLst>
          </a:custGeom>
          <a:blipFill rotWithShape="1">
            <a:blip r:embed="rId3">
              <a:alphaModFix/>
            </a:blip>
            <a:stretch>
              <a:fillRect b="0" l="0" r="0" t="0"/>
            </a:stretch>
          </a:blipFill>
          <a:ln>
            <a:noFill/>
          </a:ln>
        </p:spPr>
      </p:sp>
      <p:graphicFrame>
        <p:nvGraphicFramePr>
          <p:cNvPr id="172" name="Google Shape;172;g39dddbd7dcc_0_162"/>
          <p:cNvGraphicFramePr/>
          <p:nvPr/>
        </p:nvGraphicFramePr>
        <p:xfrm>
          <a:off x="2191611" y="4119414"/>
          <a:ext cx="3000000" cy="3000000"/>
        </p:xfrm>
        <a:graphic>
          <a:graphicData uri="http://schemas.openxmlformats.org/drawingml/2006/table">
            <a:tbl>
              <a:tblPr>
                <a:noFill/>
                <a:tableStyleId>{F81E8F3C-F5C5-4CC3-A51C-2C526C46E06C}</a:tableStyleId>
              </a:tblPr>
              <a:tblGrid>
                <a:gridCol w="4297700"/>
                <a:gridCol w="9291500"/>
              </a:tblGrid>
              <a:tr h="240050">
                <a:tc>
                  <a:txBody>
                    <a:bodyPr/>
                    <a:lstStyle/>
                    <a:p>
                      <a:pPr indent="0" lvl="0" marL="0" marR="0" rtl="0" algn="ctr">
                        <a:lnSpc>
                          <a:spcPct val="100000"/>
                        </a:lnSpc>
                        <a:spcBef>
                          <a:spcPts val="0"/>
                        </a:spcBef>
                        <a:spcAft>
                          <a:spcPts val="0"/>
                        </a:spcAft>
                        <a:buClr>
                          <a:srgbClr val="000000"/>
                        </a:buClr>
                        <a:buSzPts val="2700"/>
                        <a:buFont typeface="Cambria"/>
                        <a:buNone/>
                      </a:pPr>
                      <a:r>
                        <a:rPr b="1" i="0" lang="en-US" sz="2700" u="none" cap="none" strike="noStrike">
                          <a:solidFill>
                            <a:srgbClr val="000000"/>
                          </a:solidFill>
                          <a:latin typeface="Cambria"/>
                          <a:ea typeface="Cambria"/>
                          <a:cs typeface="Cambria"/>
                          <a:sym typeface="Cambria"/>
                        </a:rPr>
                        <a:t>Subject/Course</a:t>
                      </a:r>
                      <a:endParaRPr sz="2700" u="none" cap="none" strike="noStrike">
                        <a:latin typeface="Cambria"/>
                        <a:ea typeface="Cambria"/>
                        <a:cs typeface="Cambria"/>
                        <a:sym typeface="Cambria"/>
                      </a:endParaRPr>
                    </a:p>
                  </a:txBody>
                  <a:tcPr marT="57150" marB="57150" marR="114300" marL="114300" anchor="ctr">
                    <a:lnL cap="flat" cmpd="sng" w="14675">
                      <a:solidFill>
                        <a:srgbClr val="000000"/>
                      </a:solidFill>
                      <a:prstDash val="solid"/>
                      <a:round/>
                      <a:headEnd len="sm" w="sm" type="none"/>
                      <a:tailEnd len="sm" w="sm" type="none"/>
                    </a:lnL>
                    <a:lnR cap="flat" cmpd="sng" w="14675">
                      <a:solidFill>
                        <a:srgbClr val="000000"/>
                      </a:solidFill>
                      <a:prstDash val="solid"/>
                      <a:round/>
                      <a:headEnd len="sm" w="sm" type="none"/>
                      <a:tailEnd len="sm" w="sm" type="none"/>
                    </a:lnR>
                    <a:lnT cap="flat" cmpd="sng" w="14675">
                      <a:solidFill>
                        <a:srgbClr val="000000"/>
                      </a:solidFill>
                      <a:prstDash val="solid"/>
                      <a:round/>
                      <a:headEnd len="sm" w="sm" type="none"/>
                      <a:tailEnd len="sm" w="sm" type="none"/>
                    </a:lnT>
                    <a:lnB cap="flat" cmpd="sng" w="1467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70C0"/>
                        </a:buClr>
                        <a:buSzPts val="2700"/>
                        <a:buFont typeface="Cambria"/>
                        <a:buNone/>
                      </a:pPr>
                      <a:r>
                        <a:rPr b="1" i="0" lang="en-US" sz="2700" u="none" cap="none" strike="noStrike">
                          <a:solidFill>
                            <a:srgbClr val="0070C0"/>
                          </a:solidFill>
                          <a:latin typeface="Cambria"/>
                          <a:ea typeface="Cambria"/>
                          <a:cs typeface="Cambria"/>
                          <a:sym typeface="Cambria"/>
                        </a:rPr>
                        <a:t>Competitive Coding</a:t>
                      </a:r>
                      <a:endParaRPr sz="2700" u="none" cap="none" strike="noStrike">
                        <a:latin typeface="Cambria"/>
                        <a:ea typeface="Cambria"/>
                        <a:cs typeface="Cambria"/>
                        <a:sym typeface="Cambria"/>
                      </a:endParaRPr>
                    </a:p>
                  </a:txBody>
                  <a:tcPr marT="57150" marB="57150" marR="114300" marL="114300" anchor="ctr">
                    <a:lnL cap="flat" cmpd="sng" w="14675">
                      <a:solidFill>
                        <a:srgbClr val="000000"/>
                      </a:solidFill>
                      <a:prstDash val="solid"/>
                      <a:round/>
                      <a:headEnd len="sm" w="sm" type="none"/>
                      <a:tailEnd len="sm" w="sm" type="none"/>
                    </a:lnL>
                    <a:lnR cap="flat" cmpd="sng" w="14675">
                      <a:solidFill>
                        <a:srgbClr val="000000"/>
                      </a:solidFill>
                      <a:prstDash val="solid"/>
                      <a:round/>
                      <a:headEnd len="sm" w="sm" type="none"/>
                      <a:tailEnd len="sm" w="sm" type="none"/>
                    </a:lnR>
                    <a:lnT cap="flat" cmpd="sng" w="14675">
                      <a:solidFill>
                        <a:srgbClr val="000000"/>
                      </a:solidFill>
                      <a:prstDash val="solid"/>
                      <a:round/>
                      <a:headEnd len="sm" w="sm" type="none"/>
                      <a:tailEnd len="sm" w="sm" type="none"/>
                    </a:lnT>
                    <a:lnB cap="flat" cmpd="sng" w="14675">
                      <a:solidFill>
                        <a:srgbClr val="000000"/>
                      </a:solidFill>
                      <a:prstDash val="solid"/>
                      <a:round/>
                      <a:headEnd len="sm" w="sm" type="none"/>
                      <a:tailEnd len="sm" w="sm" type="none"/>
                    </a:lnB>
                    <a:solidFill>
                      <a:srgbClr val="FFFFFF"/>
                    </a:solidFill>
                  </a:tcPr>
                </a:tc>
              </a:tr>
              <a:tr h="240050">
                <a:tc>
                  <a:txBody>
                    <a:bodyPr/>
                    <a:lstStyle/>
                    <a:p>
                      <a:pPr indent="0" lvl="0" marL="0" marR="0" rtl="0" algn="ctr">
                        <a:lnSpc>
                          <a:spcPct val="100000"/>
                        </a:lnSpc>
                        <a:spcBef>
                          <a:spcPts val="0"/>
                        </a:spcBef>
                        <a:spcAft>
                          <a:spcPts val="0"/>
                        </a:spcAft>
                        <a:buClr>
                          <a:srgbClr val="000000"/>
                        </a:buClr>
                        <a:buSzPts val="2700"/>
                        <a:buFont typeface="Cambria"/>
                        <a:buNone/>
                      </a:pPr>
                      <a:r>
                        <a:rPr b="1" i="0" lang="en-US" sz="2700" u="none" cap="none" strike="noStrike">
                          <a:solidFill>
                            <a:srgbClr val="000000"/>
                          </a:solidFill>
                          <a:latin typeface="Cambria"/>
                          <a:ea typeface="Cambria"/>
                          <a:cs typeface="Cambria"/>
                          <a:sym typeface="Cambria"/>
                        </a:rPr>
                        <a:t>Lesson Title</a:t>
                      </a:r>
                      <a:endParaRPr sz="2700" u="none" cap="none" strike="noStrike">
                        <a:latin typeface="Cambria"/>
                        <a:ea typeface="Cambria"/>
                        <a:cs typeface="Cambria"/>
                        <a:sym typeface="Cambria"/>
                      </a:endParaRPr>
                    </a:p>
                  </a:txBody>
                  <a:tcPr marT="57150" marB="57150" marR="114300" marL="114300" anchor="ctr">
                    <a:lnL cap="flat" cmpd="sng" w="14675">
                      <a:solidFill>
                        <a:srgbClr val="000000"/>
                      </a:solidFill>
                      <a:prstDash val="solid"/>
                      <a:round/>
                      <a:headEnd len="sm" w="sm" type="none"/>
                      <a:tailEnd len="sm" w="sm" type="none"/>
                    </a:lnL>
                    <a:lnR cap="flat" cmpd="sng" w="14675">
                      <a:solidFill>
                        <a:srgbClr val="000000"/>
                      </a:solidFill>
                      <a:prstDash val="solid"/>
                      <a:round/>
                      <a:headEnd len="sm" w="sm" type="none"/>
                      <a:tailEnd len="sm" w="sm" type="none"/>
                    </a:lnR>
                    <a:lnT cap="flat" cmpd="sng" w="14675">
                      <a:solidFill>
                        <a:srgbClr val="000000"/>
                      </a:solidFill>
                      <a:prstDash val="solid"/>
                      <a:round/>
                      <a:headEnd len="sm" w="sm" type="none"/>
                      <a:tailEnd len="sm" w="sm" type="none"/>
                    </a:lnT>
                    <a:lnB cap="flat" cmpd="sng" w="1467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70C0"/>
                        </a:buClr>
                        <a:buSzPts val="2700"/>
                        <a:buFont typeface="Cambria"/>
                        <a:buNone/>
                      </a:pPr>
                      <a:r>
                        <a:rPr b="1" lang="en-US" sz="2700" u="none" cap="none" strike="noStrike">
                          <a:solidFill>
                            <a:srgbClr val="0070C0"/>
                          </a:solidFill>
                          <a:latin typeface="Cambria"/>
                          <a:ea typeface="Cambria"/>
                          <a:cs typeface="Cambria"/>
                          <a:sym typeface="Cambria"/>
                        </a:rPr>
                        <a:t>Evaluation of Expressions Using Stack</a:t>
                      </a:r>
                      <a:endParaRPr b="1" sz="2700" u="none" cap="none" strike="noStrike">
                        <a:solidFill>
                          <a:srgbClr val="0070C0"/>
                        </a:solidFill>
                        <a:latin typeface="Cambria"/>
                        <a:ea typeface="Cambria"/>
                        <a:cs typeface="Cambria"/>
                        <a:sym typeface="Cambria"/>
                      </a:endParaRPr>
                    </a:p>
                  </a:txBody>
                  <a:tcPr marT="57150" marB="57150" marR="114300" marL="114300" anchor="ctr">
                    <a:lnL cap="flat" cmpd="sng" w="14675">
                      <a:solidFill>
                        <a:srgbClr val="000000"/>
                      </a:solidFill>
                      <a:prstDash val="solid"/>
                      <a:round/>
                      <a:headEnd len="sm" w="sm" type="none"/>
                      <a:tailEnd len="sm" w="sm" type="none"/>
                    </a:lnL>
                    <a:lnR cap="flat" cmpd="sng" w="14675">
                      <a:solidFill>
                        <a:srgbClr val="000000"/>
                      </a:solidFill>
                      <a:prstDash val="solid"/>
                      <a:round/>
                      <a:headEnd len="sm" w="sm" type="none"/>
                      <a:tailEnd len="sm" w="sm" type="none"/>
                    </a:lnR>
                    <a:lnT cap="flat" cmpd="sng" w="14675">
                      <a:solidFill>
                        <a:srgbClr val="000000"/>
                      </a:solidFill>
                      <a:prstDash val="solid"/>
                      <a:round/>
                      <a:headEnd len="sm" w="sm" type="none"/>
                      <a:tailEnd len="sm" w="sm" type="none"/>
                    </a:lnT>
                    <a:lnB cap="flat" cmpd="sng" w="14675">
                      <a:solidFill>
                        <a:srgbClr val="000000"/>
                      </a:solidFill>
                      <a:prstDash val="solid"/>
                      <a:round/>
                      <a:headEnd len="sm" w="sm" type="none"/>
                      <a:tailEnd len="sm" w="sm" type="none"/>
                    </a:lnB>
                    <a:solidFill>
                      <a:srgbClr val="FFFFFF"/>
                    </a:solidFill>
                  </a:tcPr>
                </a:tc>
              </a:tr>
            </a:tbl>
          </a:graphicData>
        </a:graphic>
      </p:graphicFrame>
      <p:graphicFrame>
        <p:nvGraphicFramePr>
          <p:cNvPr id="173" name="Google Shape;173;g39dddbd7dcc_0_162"/>
          <p:cNvGraphicFramePr/>
          <p:nvPr/>
        </p:nvGraphicFramePr>
        <p:xfrm>
          <a:off x="2206598" y="5392936"/>
          <a:ext cx="3000000" cy="3000000"/>
        </p:xfrm>
        <a:graphic>
          <a:graphicData uri="http://schemas.openxmlformats.org/drawingml/2006/table">
            <a:tbl>
              <a:tblPr>
                <a:noFill/>
                <a:tableStyleId>{F81E8F3C-F5C5-4CC3-A51C-2C526C46E06C}</a:tableStyleId>
              </a:tblPr>
              <a:tblGrid>
                <a:gridCol w="13559175"/>
              </a:tblGrid>
              <a:tr h="308625">
                <a:tc>
                  <a:txBody>
                    <a:bodyPr/>
                    <a:lstStyle/>
                    <a:p>
                      <a:pPr indent="0" lvl="0" marL="0" marR="0" rtl="0" algn="ctr">
                        <a:lnSpc>
                          <a:spcPct val="100000"/>
                        </a:lnSpc>
                        <a:spcBef>
                          <a:spcPts val="0"/>
                        </a:spcBef>
                        <a:spcAft>
                          <a:spcPts val="0"/>
                        </a:spcAft>
                        <a:buClr>
                          <a:srgbClr val="C00000"/>
                        </a:buClr>
                        <a:buSzPts val="2700"/>
                        <a:buFont typeface="Cambria"/>
                        <a:buNone/>
                      </a:pPr>
                      <a:r>
                        <a:rPr b="1" i="0" lang="en-US" sz="2700" u="none" cap="none" strike="noStrike">
                          <a:solidFill>
                            <a:srgbClr val="C00000"/>
                          </a:solidFill>
                          <a:latin typeface="Cambria"/>
                          <a:ea typeface="Cambria"/>
                          <a:cs typeface="Cambria"/>
                          <a:sym typeface="Cambria"/>
                        </a:rPr>
                        <a:t>Lesson Objectives</a:t>
                      </a:r>
                      <a:endParaRPr sz="2700" u="none" cap="none" strike="noStrike">
                        <a:latin typeface="Cambria"/>
                        <a:ea typeface="Cambria"/>
                        <a:cs typeface="Cambria"/>
                        <a:sym typeface="Cambria"/>
                      </a:endParaRPr>
                    </a:p>
                  </a:txBody>
                  <a:tcPr marT="57150" marB="57150" marR="114300" marL="114300" anchor="ctr">
                    <a:lnL cap="flat" cmpd="sng" w="14675">
                      <a:solidFill>
                        <a:srgbClr val="000000"/>
                      </a:solidFill>
                      <a:prstDash val="solid"/>
                      <a:round/>
                      <a:headEnd len="sm" w="sm" type="none"/>
                      <a:tailEnd len="sm" w="sm" type="none"/>
                    </a:lnL>
                    <a:lnR cap="flat" cmpd="sng" w="14675">
                      <a:solidFill>
                        <a:srgbClr val="000000"/>
                      </a:solidFill>
                      <a:prstDash val="solid"/>
                      <a:round/>
                      <a:headEnd len="sm" w="sm" type="none"/>
                      <a:tailEnd len="sm" w="sm" type="none"/>
                    </a:lnR>
                    <a:lnT cap="flat" cmpd="sng" w="14675">
                      <a:solidFill>
                        <a:srgbClr val="000000"/>
                      </a:solidFill>
                      <a:prstDash val="solid"/>
                      <a:round/>
                      <a:headEnd len="sm" w="sm" type="none"/>
                      <a:tailEnd len="sm" w="sm" type="none"/>
                    </a:lnT>
                    <a:lnB cap="flat" cmpd="sng" w="14675">
                      <a:solidFill>
                        <a:srgbClr val="000000"/>
                      </a:solidFill>
                      <a:prstDash val="solid"/>
                      <a:round/>
                      <a:headEnd len="sm" w="sm" type="none"/>
                      <a:tailEnd len="sm" w="sm" type="none"/>
                    </a:lnB>
                    <a:solidFill>
                      <a:srgbClr val="FFFFFF"/>
                    </a:solidFill>
                  </a:tcPr>
                </a:tc>
              </a:tr>
              <a:tr h="308625">
                <a:tc>
                  <a:txBody>
                    <a:bodyPr/>
                    <a:lstStyle/>
                    <a:p>
                      <a:pPr indent="0" lvl="0" marL="0" marR="0" rtl="0" algn="l">
                        <a:lnSpc>
                          <a:spcPct val="100000"/>
                        </a:lnSpc>
                        <a:spcBef>
                          <a:spcPts val="0"/>
                        </a:spcBef>
                        <a:spcAft>
                          <a:spcPts val="0"/>
                        </a:spcAft>
                        <a:buClr>
                          <a:srgbClr val="000000"/>
                        </a:buClr>
                        <a:buSzPts val="2700"/>
                        <a:buFont typeface="Cambria"/>
                        <a:buNone/>
                      </a:pPr>
                      <a:r>
                        <a:rPr lang="en-US" sz="2700" u="none" cap="none" strike="noStrike">
                          <a:latin typeface="Cambria"/>
                          <a:ea typeface="Cambria"/>
                          <a:cs typeface="Cambria"/>
                          <a:sym typeface="Cambria"/>
                        </a:rPr>
                        <a:t>Learn how operators and operands are handled using LIFO principle.</a:t>
                      </a:r>
                      <a:endParaRPr sz="2700" u="none" cap="none" strike="noStrike">
                        <a:latin typeface="Cambria"/>
                        <a:ea typeface="Cambria"/>
                        <a:cs typeface="Cambria"/>
                        <a:sym typeface="Cambria"/>
                      </a:endParaRPr>
                    </a:p>
                  </a:txBody>
                  <a:tcPr marT="57150" marB="57150" marR="114300" marL="114300" anchor="ctr">
                    <a:lnL cap="flat" cmpd="sng" w="14675">
                      <a:solidFill>
                        <a:srgbClr val="000000"/>
                      </a:solidFill>
                      <a:prstDash val="solid"/>
                      <a:round/>
                      <a:headEnd len="sm" w="sm" type="none"/>
                      <a:tailEnd len="sm" w="sm" type="none"/>
                    </a:lnL>
                    <a:lnR cap="flat" cmpd="sng" w="14675">
                      <a:solidFill>
                        <a:srgbClr val="000000"/>
                      </a:solidFill>
                      <a:prstDash val="solid"/>
                      <a:round/>
                      <a:headEnd len="sm" w="sm" type="none"/>
                      <a:tailEnd len="sm" w="sm" type="none"/>
                    </a:lnR>
                    <a:lnT cap="flat" cmpd="sng" w="14675">
                      <a:solidFill>
                        <a:srgbClr val="000000"/>
                      </a:solidFill>
                      <a:prstDash val="solid"/>
                      <a:round/>
                      <a:headEnd len="sm" w="sm" type="none"/>
                      <a:tailEnd len="sm" w="sm" type="none"/>
                    </a:lnT>
                    <a:lnB cap="flat" cmpd="sng" w="14675">
                      <a:solidFill>
                        <a:srgbClr val="000000"/>
                      </a:solidFill>
                      <a:prstDash val="solid"/>
                      <a:round/>
                      <a:headEnd len="sm" w="sm" type="none"/>
                      <a:tailEnd len="sm" w="sm" type="none"/>
                    </a:lnB>
                    <a:solidFill>
                      <a:srgbClr val="FFFFFF"/>
                    </a:solidFill>
                  </a:tcPr>
                </a:tc>
              </a:tr>
              <a:tr h="308625">
                <a:tc>
                  <a:txBody>
                    <a:bodyPr/>
                    <a:lstStyle/>
                    <a:p>
                      <a:pPr indent="0" lvl="0" marL="0" marR="0" rtl="0" algn="l">
                        <a:lnSpc>
                          <a:spcPct val="100000"/>
                        </a:lnSpc>
                        <a:spcBef>
                          <a:spcPts val="0"/>
                        </a:spcBef>
                        <a:spcAft>
                          <a:spcPts val="0"/>
                        </a:spcAft>
                        <a:buClr>
                          <a:srgbClr val="000000"/>
                        </a:buClr>
                        <a:buSzPts val="2700"/>
                        <a:buFont typeface="Cambria"/>
                        <a:buNone/>
                      </a:pPr>
                      <a:r>
                        <a:rPr lang="en-US" sz="2700" u="none" cap="none" strike="noStrike">
                          <a:latin typeface="Cambria"/>
                          <a:ea typeface="Cambria"/>
                          <a:cs typeface="Cambria"/>
                          <a:sym typeface="Cambria"/>
                        </a:rPr>
                        <a:t>Implement a program to evaluate a postfix expression using a stack.</a:t>
                      </a:r>
                      <a:endParaRPr sz="2700" u="none" cap="none" strike="noStrike">
                        <a:latin typeface="Cambria"/>
                        <a:ea typeface="Cambria"/>
                        <a:cs typeface="Cambria"/>
                        <a:sym typeface="Cambria"/>
                      </a:endParaRPr>
                    </a:p>
                  </a:txBody>
                  <a:tcPr marT="57150" marB="57150" marR="114300" marL="114300" anchor="ctr">
                    <a:lnL cap="flat" cmpd="sng" w="14675">
                      <a:solidFill>
                        <a:srgbClr val="000000"/>
                      </a:solidFill>
                      <a:prstDash val="solid"/>
                      <a:round/>
                      <a:headEnd len="sm" w="sm" type="none"/>
                      <a:tailEnd len="sm" w="sm" type="none"/>
                    </a:lnL>
                    <a:lnR cap="flat" cmpd="sng" w="14675">
                      <a:solidFill>
                        <a:srgbClr val="000000"/>
                      </a:solidFill>
                      <a:prstDash val="solid"/>
                      <a:round/>
                      <a:headEnd len="sm" w="sm" type="none"/>
                      <a:tailEnd len="sm" w="sm" type="none"/>
                    </a:lnR>
                    <a:lnT cap="flat" cmpd="sng" w="14675">
                      <a:solidFill>
                        <a:srgbClr val="000000"/>
                      </a:solidFill>
                      <a:prstDash val="solid"/>
                      <a:round/>
                      <a:headEnd len="sm" w="sm" type="none"/>
                      <a:tailEnd len="sm" w="sm" type="none"/>
                    </a:lnT>
                    <a:lnB cap="flat" cmpd="sng" w="14675">
                      <a:solidFill>
                        <a:srgbClr val="000000"/>
                      </a:solidFill>
                      <a:prstDash val="solid"/>
                      <a:round/>
                      <a:headEnd len="sm" w="sm" type="none"/>
                      <a:tailEnd len="sm" w="sm" type="none"/>
                    </a:lnB>
                    <a:solidFill>
                      <a:srgbClr val="FFFFFF"/>
                    </a:solidFill>
                  </a:tcPr>
                </a:tc>
              </a:tr>
              <a:tr h="480075">
                <a:tc>
                  <a:txBody>
                    <a:bodyPr/>
                    <a:lstStyle/>
                    <a:p>
                      <a:pPr indent="0" lvl="0" marL="0" marR="0" rtl="0" algn="l">
                        <a:lnSpc>
                          <a:spcPct val="100000"/>
                        </a:lnSpc>
                        <a:spcBef>
                          <a:spcPts val="0"/>
                        </a:spcBef>
                        <a:spcAft>
                          <a:spcPts val="0"/>
                        </a:spcAft>
                        <a:buClr>
                          <a:schemeClr val="dk1"/>
                        </a:buClr>
                        <a:buSzPts val="2700"/>
                        <a:buFont typeface="Cambria"/>
                        <a:buNone/>
                      </a:pPr>
                      <a:r>
                        <a:rPr lang="en-US" sz="2700" u="none" cap="none" strike="noStrike">
                          <a:latin typeface="Cambria"/>
                          <a:ea typeface="Cambria"/>
                          <a:cs typeface="Cambria"/>
                          <a:sym typeface="Cambria"/>
                        </a:rPr>
                        <a:t>Understand how this concept applies in compilers and calculators.</a:t>
                      </a:r>
                      <a:endParaRPr sz="2700" u="none" cap="none" strike="noStrike">
                        <a:latin typeface="Cambria"/>
                        <a:ea typeface="Cambria"/>
                        <a:cs typeface="Cambria"/>
                        <a:sym typeface="Cambria"/>
                      </a:endParaRPr>
                    </a:p>
                  </a:txBody>
                  <a:tcPr marT="57150" marB="57150" marR="114300" marL="114300" anchor="ctr">
                    <a:lnL cap="flat" cmpd="sng" w="14675">
                      <a:solidFill>
                        <a:srgbClr val="000000"/>
                      </a:solidFill>
                      <a:prstDash val="solid"/>
                      <a:round/>
                      <a:headEnd len="sm" w="sm" type="none"/>
                      <a:tailEnd len="sm" w="sm" type="none"/>
                    </a:lnL>
                    <a:lnR cap="flat" cmpd="sng" w="14675">
                      <a:solidFill>
                        <a:srgbClr val="000000"/>
                      </a:solidFill>
                      <a:prstDash val="solid"/>
                      <a:round/>
                      <a:headEnd len="sm" w="sm" type="none"/>
                      <a:tailEnd len="sm" w="sm" type="none"/>
                    </a:lnR>
                    <a:lnT cap="flat" cmpd="sng" w="14675">
                      <a:solidFill>
                        <a:srgbClr val="000000"/>
                      </a:solidFill>
                      <a:prstDash val="solid"/>
                      <a:round/>
                      <a:headEnd len="sm" w="sm" type="none"/>
                      <a:tailEnd len="sm" w="sm" type="none"/>
                    </a:lnT>
                    <a:lnB cap="flat" cmpd="sng" w="14675">
                      <a:solidFill>
                        <a:srgbClr val="000000"/>
                      </a:solidFill>
                      <a:prstDash val="solid"/>
                      <a:round/>
                      <a:headEnd len="sm" w="sm" type="none"/>
                      <a:tailEnd len="sm" w="sm" type="none"/>
                    </a:lnB>
                    <a:solidFill>
                      <a:srgbClr val="FFFFFF"/>
                    </a:solidFill>
                  </a:tcPr>
                </a:tc>
              </a:tr>
              <a:tr h="480075">
                <a:tc>
                  <a:txBody>
                    <a:bodyPr/>
                    <a:lstStyle/>
                    <a:p>
                      <a:pPr indent="0" lvl="0" marL="0" marR="0" rtl="0" algn="l">
                        <a:lnSpc>
                          <a:spcPct val="100000"/>
                        </a:lnSpc>
                        <a:spcBef>
                          <a:spcPts val="0"/>
                        </a:spcBef>
                        <a:spcAft>
                          <a:spcPts val="0"/>
                        </a:spcAft>
                        <a:buClr>
                          <a:schemeClr val="dk1"/>
                        </a:buClr>
                        <a:buSzPts val="2700"/>
                        <a:buFont typeface="Cambria"/>
                        <a:buNone/>
                      </a:pPr>
                      <a:r>
                        <a:t/>
                      </a:r>
                      <a:endParaRPr sz="2700" u="none" cap="none" strike="noStrike">
                        <a:latin typeface="Cambria"/>
                        <a:ea typeface="Cambria"/>
                        <a:cs typeface="Cambria"/>
                        <a:sym typeface="Cambria"/>
                      </a:endParaRPr>
                    </a:p>
                  </a:txBody>
                  <a:tcPr marT="57150" marB="57150" marR="114300" marL="114300" anchor="ctr">
                    <a:lnL cap="flat" cmpd="sng" w="14675">
                      <a:solidFill>
                        <a:srgbClr val="000000"/>
                      </a:solidFill>
                      <a:prstDash val="solid"/>
                      <a:round/>
                      <a:headEnd len="sm" w="sm" type="none"/>
                      <a:tailEnd len="sm" w="sm" type="none"/>
                    </a:lnL>
                    <a:lnR cap="flat" cmpd="sng" w="14675">
                      <a:solidFill>
                        <a:srgbClr val="000000"/>
                      </a:solidFill>
                      <a:prstDash val="solid"/>
                      <a:round/>
                      <a:headEnd len="sm" w="sm" type="none"/>
                      <a:tailEnd len="sm" w="sm" type="none"/>
                    </a:lnR>
                    <a:lnT cap="flat" cmpd="sng" w="14675">
                      <a:solidFill>
                        <a:srgbClr val="000000"/>
                      </a:solidFill>
                      <a:prstDash val="solid"/>
                      <a:round/>
                      <a:headEnd len="sm" w="sm" type="none"/>
                      <a:tailEnd len="sm" w="sm" type="none"/>
                    </a:lnT>
                    <a:lnB cap="flat" cmpd="sng" w="14675">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9dddbd7dcc_0_247"/>
          <p:cNvSpPr txBox="1"/>
          <p:nvPr>
            <p:ph type="title"/>
          </p:nvPr>
        </p:nvSpPr>
        <p:spPr>
          <a:xfrm>
            <a:off x="1452716" y="411957"/>
            <a:ext cx="12344400" cy="1714500"/>
          </a:xfrm>
          <a:prstGeom prst="rect">
            <a:avLst/>
          </a:prstGeom>
          <a:noFill/>
          <a:ln>
            <a:noFill/>
          </a:ln>
        </p:spPr>
        <p:txBody>
          <a:bodyPr anchorCtr="0" anchor="ctr" bIns="68550" lIns="137150" spcFirstLastPara="1" rIns="137150" wrap="square" tIns="68550">
            <a:normAutofit/>
          </a:bodyPr>
          <a:lstStyle/>
          <a:p>
            <a:pPr indent="0" lvl="0" marL="0" rtl="0" algn="l">
              <a:lnSpc>
                <a:spcPct val="90000"/>
              </a:lnSpc>
              <a:spcBef>
                <a:spcPts val="0"/>
              </a:spcBef>
              <a:spcAft>
                <a:spcPts val="0"/>
              </a:spcAft>
              <a:buClr>
                <a:srgbClr val="000000"/>
              </a:buClr>
              <a:buSzPts val="6000"/>
              <a:buFont typeface="Cambria"/>
              <a:buNone/>
            </a:pPr>
            <a:r>
              <a:rPr b="1" lang="en-US" sz="6000">
                <a:solidFill>
                  <a:srgbClr val="000000"/>
                </a:solidFill>
                <a:latin typeface="Cambria"/>
                <a:ea typeface="Cambria"/>
                <a:cs typeface="Cambria"/>
                <a:sym typeface="Cambria"/>
              </a:rPr>
              <a:t>Problem Statement: </a:t>
            </a:r>
            <a:endParaRPr sz="6000"/>
          </a:p>
        </p:txBody>
      </p:sp>
      <p:sp>
        <p:nvSpPr>
          <p:cNvPr id="179" name="Google Shape;179;g39dddbd7dcc_0_247"/>
          <p:cNvSpPr txBox="1"/>
          <p:nvPr>
            <p:ph idx="1" type="body"/>
          </p:nvPr>
        </p:nvSpPr>
        <p:spPr>
          <a:xfrm>
            <a:off x="1452712" y="2400300"/>
            <a:ext cx="15434191" cy="6789000"/>
          </a:xfrm>
          <a:prstGeom prst="rect">
            <a:avLst/>
          </a:prstGeom>
          <a:noFill/>
          <a:ln>
            <a:noFill/>
          </a:ln>
        </p:spPr>
        <p:txBody>
          <a:bodyPr anchorCtr="0" anchor="t" bIns="68550" lIns="137150" spcFirstLastPara="1" rIns="137150" wrap="square" tIns="68550">
            <a:normAutofit/>
          </a:bodyPr>
          <a:lstStyle/>
          <a:p>
            <a:pPr indent="0" lvl="0" marL="0" rtl="0" algn="just">
              <a:lnSpc>
                <a:spcPct val="90000"/>
              </a:lnSpc>
              <a:spcBef>
                <a:spcPts val="1500"/>
              </a:spcBef>
              <a:spcAft>
                <a:spcPts val="0"/>
              </a:spcAft>
              <a:buClr>
                <a:schemeClr val="dk1"/>
              </a:buClr>
              <a:buSzPts val="3600"/>
              <a:buNone/>
            </a:pPr>
            <a:r>
              <a:rPr lang="en-US" sz="3600">
                <a:latin typeface="Cambria"/>
                <a:ea typeface="Cambria"/>
                <a:cs typeface="Cambria"/>
                <a:sym typeface="Cambria"/>
              </a:rPr>
              <a:t>Write a program to deal with real-world situations where Stack data structure is widely used Evaluation of expression: Stacks are used to evaluate expressions, especially in languages that use postfix or prefix notation. Operators and operands are pushed onto the stack, and operations are performed based on the LIFO principle.</a:t>
            </a:r>
            <a:endParaRPr sz="3600">
              <a:latin typeface="Cambria"/>
              <a:ea typeface="Cambria"/>
              <a:cs typeface="Cambria"/>
              <a:sym typeface="Cambria"/>
            </a:endParaRPr>
          </a:p>
          <a:p>
            <a:pPr indent="0" lvl="0" marL="0" rtl="0" algn="just">
              <a:lnSpc>
                <a:spcPct val="90000"/>
              </a:lnSpc>
              <a:spcBef>
                <a:spcPts val="1500"/>
              </a:spcBef>
              <a:spcAft>
                <a:spcPts val="0"/>
              </a:spcAft>
              <a:buClr>
                <a:schemeClr val="dk1"/>
              </a:buClr>
              <a:buSzPts val="3600"/>
              <a:buNone/>
            </a:pPr>
            <a:br>
              <a:rPr lang="en-US" sz="3600">
                <a:latin typeface="Cambria"/>
                <a:ea typeface="Cambria"/>
                <a:cs typeface="Cambria"/>
                <a:sym typeface="Cambria"/>
              </a:rPr>
            </a:br>
            <a:r>
              <a:rPr b="1" lang="en-US" sz="3600">
                <a:latin typeface="Cambria"/>
                <a:ea typeface="Cambria"/>
                <a:cs typeface="Cambria"/>
                <a:sym typeface="Cambria"/>
              </a:rPr>
              <a:t>Objective :</a:t>
            </a:r>
            <a:br>
              <a:rPr lang="en-US" sz="3600">
                <a:latin typeface="Cambria"/>
                <a:ea typeface="Cambria"/>
                <a:cs typeface="Cambria"/>
                <a:sym typeface="Cambria"/>
              </a:rPr>
            </a:br>
            <a:r>
              <a:rPr lang="en-US" sz="3600">
                <a:latin typeface="Cambria"/>
                <a:ea typeface="Cambria"/>
                <a:cs typeface="Cambria"/>
                <a:sym typeface="Cambria"/>
              </a:rPr>
              <a:t>To understand how the Stack data structure is used in evaluating mathematical expressions like postfix (</a:t>
            </a:r>
            <a:r>
              <a:rPr lang="en-US" sz="3600">
                <a:solidFill>
                  <a:schemeClr val="dk2"/>
                </a:solidFill>
                <a:latin typeface="Cambria"/>
                <a:ea typeface="Cambria"/>
                <a:cs typeface="Cambria"/>
                <a:sym typeface="Cambria"/>
              </a:rPr>
              <a:t>Reverse Polish Notation)</a:t>
            </a:r>
            <a:r>
              <a:rPr lang="en-US" sz="3600">
                <a:latin typeface="Cambria"/>
                <a:ea typeface="Cambria"/>
                <a:cs typeface="Cambria"/>
                <a:sym typeface="Cambria"/>
              </a:rPr>
              <a:t> or prefix forms.</a:t>
            </a:r>
            <a:endParaRPr sz="3600">
              <a:latin typeface="Cambria"/>
              <a:ea typeface="Cambria"/>
              <a:cs typeface="Cambria"/>
              <a:sym typeface="Cambria"/>
            </a:endParaRPr>
          </a:p>
          <a:p>
            <a:pPr indent="0" lvl="0" marL="0" rtl="0" algn="just">
              <a:lnSpc>
                <a:spcPct val="90000"/>
              </a:lnSpc>
              <a:spcBef>
                <a:spcPts val="1500"/>
              </a:spcBef>
              <a:spcAft>
                <a:spcPts val="0"/>
              </a:spcAft>
              <a:buClr>
                <a:schemeClr val="dk1"/>
              </a:buClr>
              <a:buSzPts val="3600"/>
              <a:buNone/>
            </a:pPr>
            <a:br>
              <a:rPr lang="en-US" sz="3600">
                <a:latin typeface="Cambria"/>
                <a:ea typeface="Cambria"/>
                <a:cs typeface="Cambria"/>
                <a:sym typeface="Cambria"/>
              </a:rPr>
            </a:br>
            <a:endParaRPr sz="3600">
              <a:latin typeface="Cambria"/>
              <a:ea typeface="Cambria"/>
              <a:cs typeface="Cambria"/>
              <a:sym typeface="Cambria"/>
            </a:endParaRPr>
          </a:p>
        </p:txBody>
      </p:sp>
      <p:sp>
        <p:nvSpPr>
          <p:cNvPr id="180" name="Google Shape;180;g39dddbd7dcc_0_247"/>
          <p:cNvSpPr/>
          <p:nvPr/>
        </p:nvSpPr>
        <p:spPr>
          <a:xfrm>
            <a:off x="14987223" y="6"/>
            <a:ext cx="3217202" cy="1493287"/>
          </a:xfrm>
          <a:custGeom>
            <a:rect b="b" l="l" r="r" t="t"/>
            <a:pathLst>
              <a:path extrusionOk="0" h="1896237" w="4085336">
                <a:moveTo>
                  <a:pt x="0" y="0"/>
                </a:moveTo>
                <a:lnTo>
                  <a:pt x="4085336" y="0"/>
                </a:lnTo>
                <a:lnTo>
                  <a:pt x="4085336" y="1896237"/>
                </a:lnTo>
                <a:lnTo>
                  <a:pt x="0" y="1896237"/>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g39dddbd7dcc_0_330"/>
          <p:cNvSpPr txBox="1"/>
          <p:nvPr>
            <p:ph type="title"/>
          </p:nvPr>
        </p:nvSpPr>
        <p:spPr>
          <a:xfrm>
            <a:off x="1025010" y="411957"/>
            <a:ext cx="12344400" cy="1714500"/>
          </a:xfrm>
          <a:prstGeom prst="rect">
            <a:avLst/>
          </a:prstGeom>
          <a:noFill/>
          <a:ln>
            <a:noFill/>
          </a:ln>
        </p:spPr>
        <p:txBody>
          <a:bodyPr anchorCtr="0" anchor="ctr" bIns="68550" lIns="137150" spcFirstLastPara="1" rIns="137150" wrap="square" tIns="68550">
            <a:normAutofit/>
          </a:bodyPr>
          <a:lstStyle/>
          <a:p>
            <a:pPr indent="0" lvl="0" marL="0" rtl="0" algn="l">
              <a:lnSpc>
                <a:spcPct val="90000"/>
              </a:lnSpc>
              <a:spcBef>
                <a:spcPts val="0"/>
              </a:spcBef>
              <a:spcAft>
                <a:spcPts val="0"/>
              </a:spcAft>
              <a:buClr>
                <a:schemeClr val="dk1"/>
              </a:buClr>
              <a:buSzPts val="6000"/>
              <a:buFont typeface="Cambria"/>
              <a:buNone/>
            </a:pPr>
            <a:r>
              <a:rPr b="1" lang="en-US" sz="6000">
                <a:latin typeface="Cambria"/>
                <a:ea typeface="Cambria"/>
                <a:cs typeface="Cambria"/>
                <a:sym typeface="Cambria"/>
              </a:rPr>
              <a:t>Concept</a:t>
            </a:r>
            <a:endParaRPr b="1" sz="6000">
              <a:latin typeface="Cambria"/>
              <a:ea typeface="Cambria"/>
              <a:cs typeface="Cambria"/>
              <a:sym typeface="Cambria"/>
            </a:endParaRPr>
          </a:p>
        </p:txBody>
      </p:sp>
      <p:sp>
        <p:nvSpPr>
          <p:cNvPr id="186" name="Google Shape;186;g39dddbd7dcc_0_330"/>
          <p:cNvSpPr txBox="1"/>
          <p:nvPr>
            <p:ph idx="1" type="body"/>
          </p:nvPr>
        </p:nvSpPr>
        <p:spPr>
          <a:xfrm>
            <a:off x="1257300" y="2301457"/>
            <a:ext cx="15773400" cy="6729300"/>
          </a:xfrm>
          <a:prstGeom prst="rect">
            <a:avLst/>
          </a:prstGeom>
          <a:noFill/>
          <a:ln>
            <a:noFill/>
          </a:ln>
        </p:spPr>
        <p:txBody>
          <a:bodyPr anchorCtr="0" anchor="t" bIns="68550" lIns="137150" spcFirstLastPara="1" rIns="137150" wrap="square" tIns="68550">
            <a:noAutofit/>
          </a:bodyPr>
          <a:lstStyle/>
          <a:p>
            <a:pPr indent="0" lvl="0" marL="0" rtl="0" algn="l">
              <a:lnSpc>
                <a:spcPct val="120005"/>
              </a:lnSpc>
              <a:spcBef>
                <a:spcPts val="0"/>
              </a:spcBef>
              <a:spcAft>
                <a:spcPts val="0"/>
              </a:spcAft>
              <a:buSzPts val="1800"/>
              <a:buNone/>
            </a:pPr>
            <a:r>
              <a:rPr lang="en-US" sz="3600">
                <a:latin typeface="Cambria"/>
                <a:ea typeface="Cambria"/>
                <a:cs typeface="Cambria"/>
                <a:sym typeface="Cambria"/>
              </a:rPr>
              <a:t> Expressions can be written in three common notations:</a:t>
            </a:r>
            <a:endParaRPr sz="3600">
              <a:latin typeface="Arial"/>
              <a:ea typeface="Arial"/>
              <a:cs typeface="Arial"/>
              <a:sym typeface="Arial"/>
            </a:endParaRPr>
          </a:p>
          <a:p>
            <a:pPr indent="-406461" lvl="1" marL="863597" rtl="0" algn="l">
              <a:lnSpc>
                <a:spcPct val="120005"/>
              </a:lnSpc>
              <a:spcBef>
                <a:spcPts val="0"/>
              </a:spcBef>
              <a:spcAft>
                <a:spcPts val="0"/>
              </a:spcAft>
              <a:buSzPts val="3600"/>
              <a:buChar char="•"/>
            </a:pPr>
            <a:r>
              <a:rPr lang="en-US" sz="3600">
                <a:latin typeface="Cambria"/>
                <a:ea typeface="Cambria"/>
                <a:cs typeface="Cambria"/>
                <a:sym typeface="Cambria"/>
              </a:rPr>
              <a:t>Infix: </a:t>
            </a:r>
            <a:r>
              <a:rPr lang="en-US" sz="3600">
                <a:solidFill>
                  <a:srgbClr val="5E17EB"/>
                </a:solidFill>
                <a:latin typeface="Cambria"/>
                <a:ea typeface="Cambria"/>
                <a:cs typeface="Cambria"/>
                <a:sym typeface="Cambria"/>
              </a:rPr>
              <a:t>(A + B) * C</a:t>
            </a:r>
            <a:endParaRPr sz="3600">
              <a:latin typeface="Arial"/>
              <a:ea typeface="Arial"/>
              <a:cs typeface="Arial"/>
              <a:sym typeface="Arial"/>
            </a:endParaRPr>
          </a:p>
          <a:p>
            <a:pPr indent="-406461" lvl="1" marL="863597" rtl="0" algn="l">
              <a:lnSpc>
                <a:spcPct val="120005"/>
              </a:lnSpc>
              <a:spcBef>
                <a:spcPts val="0"/>
              </a:spcBef>
              <a:spcAft>
                <a:spcPts val="0"/>
              </a:spcAft>
              <a:buSzPts val="3600"/>
              <a:buChar char="•"/>
            </a:pPr>
            <a:r>
              <a:rPr lang="en-US" sz="3600">
                <a:latin typeface="Cambria"/>
                <a:ea typeface="Cambria"/>
                <a:cs typeface="Cambria"/>
                <a:sym typeface="Cambria"/>
              </a:rPr>
              <a:t>Prefix: </a:t>
            </a:r>
            <a:r>
              <a:rPr lang="en-US" sz="3600">
                <a:solidFill>
                  <a:srgbClr val="5E17EB"/>
                </a:solidFill>
                <a:latin typeface="Cambria"/>
                <a:ea typeface="Cambria"/>
                <a:cs typeface="Cambria"/>
                <a:sym typeface="Cambria"/>
              </a:rPr>
              <a:t>* + A B C</a:t>
            </a:r>
            <a:endParaRPr sz="3600">
              <a:latin typeface="Arial"/>
              <a:ea typeface="Arial"/>
              <a:cs typeface="Arial"/>
              <a:sym typeface="Arial"/>
            </a:endParaRPr>
          </a:p>
          <a:p>
            <a:pPr indent="-406461" lvl="1" marL="863597" rtl="0" algn="l">
              <a:lnSpc>
                <a:spcPct val="120005"/>
              </a:lnSpc>
              <a:spcBef>
                <a:spcPts val="0"/>
              </a:spcBef>
              <a:spcAft>
                <a:spcPts val="0"/>
              </a:spcAft>
              <a:buSzPts val="3600"/>
              <a:buChar char="•"/>
            </a:pPr>
            <a:r>
              <a:rPr lang="en-US" sz="3600">
                <a:latin typeface="Cambria"/>
                <a:ea typeface="Cambria"/>
                <a:cs typeface="Cambria"/>
                <a:sym typeface="Cambria"/>
              </a:rPr>
              <a:t>Postfix: </a:t>
            </a:r>
            <a:r>
              <a:rPr lang="en-US" sz="3600">
                <a:solidFill>
                  <a:srgbClr val="5E17EB"/>
                </a:solidFill>
                <a:latin typeface="Cambria"/>
                <a:ea typeface="Cambria"/>
                <a:cs typeface="Cambria"/>
                <a:sym typeface="Cambria"/>
              </a:rPr>
              <a:t>A B + C *</a:t>
            </a:r>
            <a:endParaRPr sz="3600">
              <a:latin typeface="Arial"/>
              <a:ea typeface="Arial"/>
              <a:cs typeface="Arial"/>
              <a:sym typeface="Arial"/>
            </a:endParaRPr>
          </a:p>
          <a:p>
            <a:pPr indent="0" lvl="0" marL="0" rtl="0" algn="l">
              <a:lnSpc>
                <a:spcPct val="120005"/>
              </a:lnSpc>
              <a:spcBef>
                <a:spcPts val="0"/>
              </a:spcBef>
              <a:spcAft>
                <a:spcPts val="0"/>
              </a:spcAft>
              <a:buSzPts val="1800"/>
              <a:buNone/>
            </a:pPr>
            <a:r>
              <a:rPr lang="en-US" sz="3600">
                <a:latin typeface="Cambria"/>
                <a:ea typeface="Cambria"/>
                <a:cs typeface="Cambria"/>
                <a:sym typeface="Cambria"/>
              </a:rPr>
              <a:t>In </a:t>
            </a:r>
            <a:r>
              <a:rPr lang="en-US" sz="3600">
                <a:solidFill>
                  <a:srgbClr val="002F74"/>
                </a:solidFill>
                <a:latin typeface="Cambria"/>
                <a:ea typeface="Cambria"/>
                <a:cs typeface="Cambria"/>
                <a:sym typeface="Cambria"/>
              </a:rPr>
              <a:t>postfix (RPN)</a:t>
            </a:r>
            <a:r>
              <a:rPr lang="en-US" sz="3600">
                <a:latin typeface="Cambria"/>
                <a:ea typeface="Cambria"/>
                <a:cs typeface="Cambria"/>
                <a:sym typeface="Cambria"/>
              </a:rPr>
              <a:t>, operators come after operands.</a:t>
            </a:r>
            <a:endParaRPr sz="3600">
              <a:latin typeface="Arial"/>
              <a:ea typeface="Arial"/>
              <a:cs typeface="Arial"/>
              <a:sym typeface="Arial"/>
            </a:endParaRPr>
          </a:p>
          <a:p>
            <a:pPr indent="0" lvl="0" marL="0" rtl="0" algn="l">
              <a:lnSpc>
                <a:spcPct val="120005"/>
              </a:lnSpc>
              <a:spcBef>
                <a:spcPts val="0"/>
              </a:spcBef>
              <a:spcAft>
                <a:spcPts val="0"/>
              </a:spcAft>
              <a:buSzPts val="1800"/>
              <a:buNone/>
            </a:pPr>
            <a:r>
              <a:rPr lang="en-US" sz="3600">
                <a:latin typeface="Cambria"/>
                <a:ea typeface="Cambria"/>
                <a:cs typeface="Cambria"/>
                <a:sym typeface="Cambria"/>
              </a:rPr>
              <a:t> ✅ No need for parentheses</a:t>
            </a:r>
            <a:endParaRPr sz="3600">
              <a:latin typeface="Arial"/>
              <a:ea typeface="Arial"/>
              <a:cs typeface="Arial"/>
              <a:sym typeface="Arial"/>
            </a:endParaRPr>
          </a:p>
          <a:p>
            <a:pPr indent="0" lvl="0" marL="0" rtl="0" algn="l">
              <a:lnSpc>
                <a:spcPct val="120005"/>
              </a:lnSpc>
              <a:spcBef>
                <a:spcPts val="0"/>
              </a:spcBef>
              <a:spcAft>
                <a:spcPts val="0"/>
              </a:spcAft>
              <a:buSzPts val="1800"/>
              <a:buNone/>
            </a:pPr>
            <a:r>
              <a:rPr lang="en-US" sz="3600">
                <a:latin typeface="Cambria"/>
                <a:ea typeface="Cambria"/>
                <a:cs typeface="Cambria"/>
                <a:sym typeface="Cambria"/>
              </a:rPr>
              <a:t> ✅ Easy to evaluate using stacks</a:t>
            </a:r>
            <a:endParaRPr sz="3600">
              <a:latin typeface="Arial"/>
              <a:ea typeface="Arial"/>
              <a:cs typeface="Arial"/>
              <a:sym typeface="Arial"/>
            </a:endParaRPr>
          </a:p>
          <a:p>
            <a:pPr indent="0" lvl="0" marL="0" rtl="0" algn="l">
              <a:lnSpc>
                <a:spcPct val="120005"/>
              </a:lnSpc>
              <a:spcBef>
                <a:spcPts val="0"/>
              </a:spcBef>
              <a:spcAft>
                <a:spcPts val="0"/>
              </a:spcAft>
              <a:buSzPts val="1800"/>
              <a:buNone/>
            </a:pPr>
            <a:r>
              <a:t/>
            </a:r>
            <a:endParaRPr sz="3600">
              <a:latin typeface="Cambria"/>
              <a:ea typeface="Cambria"/>
              <a:cs typeface="Cambria"/>
              <a:sym typeface="Cambria"/>
            </a:endParaRPr>
          </a:p>
          <a:p>
            <a:pPr indent="0" lvl="0" marL="0" rtl="0" algn="l">
              <a:lnSpc>
                <a:spcPct val="120005"/>
              </a:lnSpc>
              <a:spcBef>
                <a:spcPts val="0"/>
              </a:spcBef>
              <a:spcAft>
                <a:spcPts val="0"/>
              </a:spcAft>
              <a:buSzPts val="1800"/>
              <a:buNone/>
            </a:pPr>
            <a:r>
              <a:rPr b="1" lang="en-US" sz="3600" u="sng">
                <a:latin typeface="Cambria"/>
                <a:ea typeface="Cambria"/>
                <a:cs typeface="Cambria"/>
                <a:sym typeface="Cambria"/>
              </a:rPr>
              <a:t>Why Stack?</a:t>
            </a:r>
            <a:endParaRPr sz="3600">
              <a:latin typeface="Arial"/>
              <a:ea typeface="Arial"/>
              <a:cs typeface="Arial"/>
              <a:sym typeface="Arial"/>
            </a:endParaRPr>
          </a:p>
          <a:p>
            <a:pPr indent="0" lvl="0" marL="0" rtl="0" algn="l">
              <a:lnSpc>
                <a:spcPct val="120005"/>
              </a:lnSpc>
              <a:spcBef>
                <a:spcPts val="0"/>
              </a:spcBef>
              <a:spcAft>
                <a:spcPts val="0"/>
              </a:spcAft>
              <a:buSzPts val="1800"/>
              <a:buNone/>
            </a:pPr>
            <a:r>
              <a:rPr lang="en-US" sz="3600">
                <a:latin typeface="Cambria"/>
                <a:ea typeface="Cambria"/>
                <a:cs typeface="Cambria"/>
                <a:sym typeface="Cambria"/>
              </a:rPr>
              <a:t>Because operations are performed </a:t>
            </a:r>
            <a:r>
              <a:rPr lang="en-US" sz="3600">
                <a:solidFill>
                  <a:srgbClr val="002F74"/>
                </a:solidFill>
                <a:latin typeface="Cambria"/>
                <a:ea typeface="Cambria"/>
                <a:cs typeface="Cambria"/>
                <a:sym typeface="Cambria"/>
              </a:rPr>
              <a:t>in reverse order of insertion</a:t>
            </a:r>
            <a:r>
              <a:rPr lang="en-US" sz="3600">
                <a:latin typeface="Cambria"/>
                <a:ea typeface="Cambria"/>
                <a:cs typeface="Cambria"/>
                <a:sym typeface="Cambria"/>
              </a:rPr>
              <a:t> — ideal for </a:t>
            </a:r>
            <a:r>
              <a:rPr b="1" lang="en-US" sz="3600">
                <a:solidFill>
                  <a:srgbClr val="001C5D"/>
                </a:solidFill>
                <a:latin typeface="Cambria"/>
                <a:ea typeface="Cambria"/>
                <a:cs typeface="Cambria"/>
                <a:sym typeface="Cambria"/>
              </a:rPr>
              <a:t>LIFO</a:t>
            </a:r>
            <a:r>
              <a:rPr lang="en-US" sz="3600">
                <a:solidFill>
                  <a:srgbClr val="001C5D"/>
                </a:solidFill>
                <a:latin typeface="Cambria"/>
                <a:ea typeface="Cambria"/>
                <a:cs typeface="Cambria"/>
                <a:sym typeface="Cambria"/>
              </a:rPr>
              <a:t> behavior</a:t>
            </a:r>
            <a:r>
              <a:rPr lang="en-US" sz="3600">
                <a:latin typeface="Cambria"/>
                <a:ea typeface="Cambria"/>
                <a:cs typeface="Cambria"/>
                <a:sym typeface="Cambria"/>
              </a:rPr>
              <a:t>.</a:t>
            </a:r>
            <a:endParaRPr sz="3600">
              <a:latin typeface="Cambria"/>
              <a:ea typeface="Cambria"/>
              <a:cs typeface="Cambria"/>
              <a:sym typeface="Cambria"/>
            </a:endParaRPr>
          </a:p>
        </p:txBody>
      </p:sp>
      <p:sp>
        <p:nvSpPr>
          <p:cNvPr id="187" name="Google Shape;187;g39dddbd7dcc_0_330"/>
          <p:cNvSpPr/>
          <p:nvPr/>
        </p:nvSpPr>
        <p:spPr>
          <a:xfrm>
            <a:off x="14987223" y="6"/>
            <a:ext cx="3217202" cy="1493287"/>
          </a:xfrm>
          <a:custGeom>
            <a:rect b="b" l="l" r="r" t="t"/>
            <a:pathLst>
              <a:path extrusionOk="0" h="1896237" w="4085336">
                <a:moveTo>
                  <a:pt x="0" y="0"/>
                </a:moveTo>
                <a:lnTo>
                  <a:pt x="4085336" y="0"/>
                </a:lnTo>
                <a:lnTo>
                  <a:pt x="4085336" y="1896237"/>
                </a:lnTo>
                <a:lnTo>
                  <a:pt x="0" y="1896237"/>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39dddbd7dcc_0_496"/>
          <p:cNvSpPr txBox="1"/>
          <p:nvPr>
            <p:ph type="title"/>
          </p:nvPr>
        </p:nvSpPr>
        <p:spPr>
          <a:xfrm>
            <a:off x="1257300" y="547688"/>
            <a:ext cx="15773400" cy="1988700"/>
          </a:xfrm>
          <a:prstGeom prst="rect">
            <a:avLst/>
          </a:prstGeom>
          <a:noFill/>
          <a:ln>
            <a:noFill/>
          </a:ln>
        </p:spPr>
        <p:txBody>
          <a:bodyPr anchorCtr="0" anchor="ctr" bIns="68550" lIns="137150" spcFirstLastPara="1" rIns="137150" wrap="square" tIns="68550">
            <a:normAutofit/>
          </a:bodyPr>
          <a:lstStyle/>
          <a:p>
            <a:pPr indent="0" lvl="0" marL="0" rtl="0" algn="l">
              <a:lnSpc>
                <a:spcPct val="90000"/>
              </a:lnSpc>
              <a:spcBef>
                <a:spcPts val="0"/>
              </a:spcBef>
              <a:spcAft>
                <a:spcPts val="0"/>
              </a:spcAft>
              <a:buClr>
                <a:schemeClr val="dk1"/>
              </a:buClr>
              <a:buSzPts val="6000"/>
              <a:buFont typeface="Cambria"/>
              <a:buNone/>
            </a:pPr>
            <a:r>
              <a:rPr b="1" lang="en-US" sz="6000">
                <a:latin typeface="Cambria"/>
                <a:ea typeface="Cambria"/>
                <a:cs typeface="Cambria"/>
                <a:sym typeface="Cambria"/>
              </a:rPr>
              <a:t>Steps to Evaluate a Postfix Expression:</a:t>
            </a:r>
            <a:endParaRPr b="1" sz="6000">
              <a:latin typeface="Cambria"/>
              <a:ea typeface="Cambria"/>
              <a:cs typeface="Cambria"/>
              <a:sym typeface="Cambria"/>
            </a:endParaRPr>
          </a:p>
        </p:txBody>
      </p:sp>
      <p:sp>
        <p:nvSpPr>
          <p:cNvPr id="193" name="Google Shape;193;g39dddbd7dcc_0_496"/>
          <p:cNvSpPr txBox="1"/>
          <p:nvPr>
            <p:ph idx="1" type="body"/>
          </p:nvPr>
        </p:nvSpPr>
        <p:spPr>
          <a:xfrm>
            <a:off x="1257300" y="2386588"/>
            <a:ext cx="15773400" cy="6526800"/>
          </a:xfrm>
          <a:prstGeom prst="rect">
            <a:avLst/>
          </a:prstGeom>
          <a:noFill/>
          <a:ln>
            <a:noFill/>
          </a:ln>
        </p:spPr>
        <p:txBody>
          <a:bodyPr anchorCtr="0" anchor="t" bIns="68550" lIns="137150" spcFirstLastPara="1" rIns="137150" wrap="square" tIns="68550">
            <a:noAutofit/>
          </a:bodyPr>
          <a:lstStyle/>
          <a:p>
            <a:pPr indent="-384236" lvl="1" marL="863597" rtl="0" algn="l">
              <a:lnSpc>
                <a:spcPct val="120005"/>
              </a:lnSpc>
              <a:spcBef>
                <a:spcPts val="0"/>
              </a:spcBef>
              <a:spcAft>
                <a:spcPts val="0"/>
              </a:spcAft>
              <a:buSzPts val="3250"/>
              <a:buFont typeface="Cambria"/>
              <a:buAutoNum type="arabicPeriod"/>
            </a:pPr>
            <a:r>
              <a:rPr lang="en-US" sz="3250">
                <a:latin typeface="Cambria"/>
                <a:ea typeface="Cambria"/>
                <a:cs typeface="Cambria"/>
                <a:sym typeface="Cambria"/>
              </a:rPr>
              <a:t>Initialize an empty stack.</a:t>
            </a:r>
            <a:endParaRPr sz="3250">
              <a:latin typeface="Arial"/>
              <a:ea typeface="Arial"/>
              <a:cs typeface="Arial"/>
              <a:sym typeface="Arial"/>
            </a:endParaRPr>
          </a:p>
          <a:p>
            <a:pPr indent="-384236" lvl="1" marL="863597" rtl="0" algn="l">
              <a:lnSpc>
                <a:spcPct val="120005"/>
              </a:lnSpc>
              <a:spcBef>
                <a:spcPts val="0"/>
              </a:spcBef>
              <a:spcAft>
                <a:spcPts val="0"/>
              </a:spcAft>
              <a:buSzPts val="3250"/>
              <a:buFont typeface="Cambria"/>
              <a:buAutoNum type="arabicPeriod"/>
            </a:pPr>
            <a:r>
              <a:rPr lang="en-US" sz="3250">
                <a:latin typeface="Cambria"/>
                <a:ea typeface="Cambria"/>
                <a:cs typeface="Cambria"/>
                <a:sym typeface="Cambria"/>
              </a:rPr>
              <a:t>Scan the expression from </a:t>
            </a:r>
            <a:r>
              <a:rPr lang="en-US" sz="3250">
                <a:solidFill>
                  <a:srgbClr val="002F74"/>
                </a:solidFill>
                <a:latin typeface="Cambria"/>
                <a:ea typeface="Cambria"/>
                <a:cs typeface="Cambria"/>
                <a:sym typeface="Cambria"/>
              </a:rPr>
              <a:t>left to right</a:t>
            </a:r>
            <a:r>
              <a:rPr lang="en-US" sz="3250">
                <a:latin typeface="Cambria"/>
                <a:ea typeface="Cambria"/>
                <a:cs typeface="Cambria"/>
                <a:sym typeface="Cambria"/>
              </a:rPr>
              <a:t>.</a:t>
            </a:r>
            <a:endParaRPr sz="3250">
              <a:latin typeface="Arial"/>
              <a:ea typeface="Arial"/>
              <a:cs typeface="Arial"/>
              <a:sym typeface="Arial"/>
            </a:endParaRPr>
          </a:p>
          <a:p>
            <a:pPr indent="-384236" lvl="1" marL="863597" rtl="0" algn="l">
              <a:lnSpc>
                <a:spcPct val="120005"/>
              </a:lnSpc>
              <a:spcBef>
                <a:spcPts val="0"/>
              </a:spcBef>
              <a:spcAft>
                <a:spcPts val="0"/>
              </a:spcAft>
              <a:buClr>
                <a:srgbClr val="002F74"/>
              </a:buClr>
              <a:buSzPts val="3250"/>
              <a:buFont typeface="Cambria"/>
              <a:buAutoNum type="arabicPeriod"/>
            </a:pPr>
            <a:r>
              <a:rPr lang="en-US" sz="3250">
                <a:solidFill>
                  <a:srgbClr val="002F74"/>
                </a:solidFill>
                <a:latin typeface="Cambria"/>
                <a:ea typeface="Cambria"/>
                <a:cs typeface="Cambria"/>
                <a:sym typeface="Cambria"/>
              </a:rPr>
              <a:t>If operand:</a:t>
            </a:r>
            <a:r>
              <a:rPr lang="en-US" sz="3250">
                <a:latin typeface="Cambria"/>
                <a:ea typeface="Cambria"/>
                <a:cs typeface="Cambria"/>
                <a:sym typeface="Cambria"/>
              </a:rPr>
              <a:t> Push it onto the stack.</a:t>
            </a:r>
            <a:endParaRPr sz="3250">
              <a:latin typeface="Arial"/>
              <a:ea typeface="Arial"/>
              <a:cs typeface="Arial"/>
              <a:sym typeface="Arial"/>
            </a:endParaRPr>
          </a:p>
          <a:p>
            <a:pPr indent="-384236" lvl="1" marL="863597" rtl="0" algn="l">
              <a:lnSpc>
                <a:spcPct val="120005"/>
              </a:lnSpc>
              <a:spcBef>
                <a:spcPts val="0"/>
              </a:spcBef>
              <a:spcAft>
                <a:spcPts val="0"/>
              </a:spcAft>
              <a:buClr>
                <a:srgbClr val="002F74"/>
              </a:buClr>
              <a:buSzPts val="3250"/>
              <a:buFont typeface="Cambria"/>
              <a:buAutoNum type="arabicPeriod"/>
            </a:pPr>
            <a:r>
              <a:rPr lang="en-US" sz="3250">
                <a:solidFill>
                  <a:srgbClr val="002F74"/>
                </a:solidFill>
                <a:latin typeface="Cambria"/>
                <a:ea typeface="Cambria"/>
                <a:cs typeface="Cambria"/>
                <a:sym typeface="Cambria"/>
              </a:rPr>
              <a:t>If operator:</a:t>
            </a:r>
            <a:endParaRPr sz="3250">
              <a:latin typeface="Arial"/>
              <a:ea typeface="Arial"/>
              <a:cs typeface="Arial"/>
              <a:sym typeface="Arial"/>
            </a:endParaRPr>
          </a:p>
          <a:p>
            <a:pPr indent="-528170" lvl="2" marL="1727198" rtl="0" algn="l">
              <a:lnSpc>
                <a:spcPct val="120005"/>
              </a:lnSpc>
              <a:spcBef>
                <a:spcPts val="0"/>
              </a:spcBef>
              <a:spcAft>
                <a:spcPts val="0"/>
              </a:spcAft>
              <a:buSzPts val="3250"/>
              <a:buChar char="⚬"/>
            </a:pPr>
            <a:r>
              <a:rPr lang="en-US" sz="3250">
                <a:latin typeface="Cambria"/>
                <a:ea typeface="Cambria"/>
                <a:cs typeface="Cambria"/>
                <a:sym typeface="Cambria"/>
              </a:rPr>
              <a:t>Pop two operands from the stack.</a:t>
            </a:r>
            <a:endParaRPr sz="3250">
              <a:latin typeface="Arial"/>
              <a:ea typeface="Arial"/>
              <a:cs typeface="Arial"/>
              <a:sym typeface="Arial"/>
            </a:endParaRPr>
          </a:p>
          <a:p>
            <a:pPr indent="-528170" lvl="2" marL="1727198" rtl="0" algn="l">
              <a:lnSpc>
                <a:spcPct val="120005"/>
              </a:lnSpc>
              <a:spcBef>
                <a:spcPts val="0"/>
              </a:spcBef>
              <a:spcAft>
                <a:spcPts val="0"/>
              </a:spcAft>
              <a:buSzPts val="3250"/>
              <a:buChar char="⚬"/>
            </a:pPr>
            <a:r>
              <a:rPr lang="en-US" sz="3250">
                <a:latin typeface="Cambria"/>
                <a:ea typeface="Cambria"/>
                <a:cs typeface="Cambria"/>
                <a:sym typeface="Cambria"/>
              </a:rPr>
              <a:t>Perform the operation.</a:t>
            </a:r>
            <a:endParaRPr sz="3250">
              <a:latin typeface="Arial"/>
              <a:ea typeface="Arial"/>
              <a:cs typeface="Arial"/>
              <a:sym typeface="Arial"/>
            </a:endParaRPr>
          </a:p>
          <a:p>
            <a:pPr indent="-528170" lvl="2" marL="1727198" rtl="0" algn="l">
              <a:lnSpc>
                <a:spcPct val="120005"/>
              </a:lnSpc>
              <a:spcBef>
                <a:spcPts val="0"/>
              </a:spcBef>
              <a:spcAft>
                <a:spcPts val="0"/>
              </a:spcAft>
              <a:buSzPts val="3250"/>
              <a:buChar char="⚬"/>
            </a:pPr>
            <a:r>
              <a:rPr lang="en-US" sz="3250">
                <a:latin typeface="Cambria"/>
                <a:ea typeface="Cambria"/>
                <a:cs typeface="Cambria"/>
                <a:sym typeface="Cambria"/>
              </a:rPr>
              <a:t>Push the result back onto the stack.</a:t>
            </a:r>
            <a:endParaRPr sz="3250">
              <a:latin typeface="Arial"/>
              <a:ea typeface="Arial"/>
              <a:cs typeface="Arial"/>
              <a:sym typeface="Arial"/>
            </a:endParaRPr>
          </a:p>
          <a:p>
            <a:pPr indent="-384236" lvl="1" marL="863597" rtl="0" algn="l">
              <a:lnSpc>
                <a:spcPct val="120005"/>
              </a:lnSpc>
              <a:spcBef>
                <a:spcPts val="0"/>
              </a:spcBef>
              <a:spcAft>
                <a:spcPts val="0"/>
              </a:spcAft>
              <a:buSzPts val="3250"/>
              <a:buFont typeface="Cambria"/>
              <a:buAutoNum type="arabicPeriod"/>
            </a:pPr>
            <a:r>
              <a:rPr lang="en-US" sz="3250">
                <a:latin typeface="Cambria"/>
                <a:ea typeface="Cambria"/>
                <a:cs typeface="Cambria"/>
                <a:sym typeface="Cambria"/>
              </a:rPr>
              <a:t>After scanning the entire expression,</a:t>
            </a:r>
            <a:endParaRPr sz="3250">
              <a:latin typeface="Arial"/>
              <a:ea typeface="Arial"/>
              <a:cs typeface="Arial"/>
              <a:sym typeface="Arial"/>
            </a:endParaRPr>
          </a:p>
          <a:p>
            <a:pPr indent="-384236" lvl="1" marL="863597" rtl="0" algn="l">
              <a:lnSpc>
                <a:spcPct val="120005"/>
              </a:lnSpc>
              <a:spcBef>
                <a:spcPts val="0"/>
              </a:spcBef>
              <a:spcAft>
                <a:spcPts val="0"/>
              </a:spcAft>
              <a:buSzPts val="3250"/>
              <a:buFont typeface="Cambria"/>
              <a:buAutoNum type="arabicPeriod"/>
            </a:pPr>
            <a:r>
              <a:rPr lang="en-US" sz="3250">
                <a:latin typeface="Cambria"/>
                <a:ea typeface="Cambria"/>
                <a:cs typeface="Cambria"/>
                <a:sym typeface="Cambria"/>
              </a:rPr>
              <a:t> the final result will be on the top of the stack.</a:t>
            </a:r>
            <a:endParaRPr sz="3250">
              <a:latin typeface="Arial"/>
              <a:ea typeface="Arial"/>
              <a:cs typeface="Arial"/>
              <a:sym typeface="Arial"/>
            </a:endParaRPr>
          </a:p>
          <a:p>
            <a:pPr indent="0" lvl="0" marL="0" rtl="0" algn="l">
              <a:lnSpc>
                <a:spcPct val="120005"/>
              </a:lnSpc>
              <a:spcBef>
                <a:spcPts val="0"/>
              </a:spcBef>
              <a:spcAft>
                <a:spcPts val="0"/>
              </a:spcAft>
              <a:buClr>
                <a:schemeClr val="dk1"/>
              </a:buClr>
              <a:buSzPts val="2400"/>
              <a:buFont typeface="Arial"/>
              <a:buNone/>
            </a:pPr>
            <a:r>
              <a:t/>
            </a:r>
            <a:endParaRPr sz="3250">
              <a:latin typeface="Cambria"/>
              <a:ea typeface="Cambria"/>
              <a:cs typeface="Cambria"/>
              <a:sym typeface="Cambria"/>
            </a:endParaRPr>
          </a:p>
          <a:p>
            <a:pPr indent="0" lvl="0" marL="0" rtl="0" algn="l">
              <a:lnSpc>
                <a:spcPct val="120005"/>
              </a:lnSpc>
              <a:spcBef>
                <a:spcPts val="0"/>
              </a:spcBef>
              <a:spcAft>
                <a:spcPts val="0"/>
              </a:spcAft>
              <a:buClr>
                <a:schemeClr val="dk1"/>
              </a:buClr>
              <a:buSzPts val="2400"/>
              <a:buFont typeface="Arial"/>
              <a:buNone/>
            </a:pPr>
            <a:r>
              <a:rPr b="1" lang="en-US" sz="3250">
                <a:latin typeface="Cambria"/>
                <a:ea typeface="Cambria"/>
                <a:cs typeface="Cambria"/>
                <a:sym typeface="Cambria"/>
              </a:rPr>
              <a:t>Example:</a:t>
            </a:r>
            <a:endParaRPr sz="3250">
              <a:latin typeface="Arial"/>
              <a:ea typeface="Arial"/>
              <a:cs typeface="Arial"/>
              <a:sym typeface="Arial"/>
            </a:endParaRPr>
          </a:p>
          <a:p>
            <a:pPr indent="0" lvl="0" marL="0" rtl="0" algn="l">
              <a:lnSpc>
                <a:spcPct val="120005"/>
              </a:lnSpc>
              <a:spcBef>
                <a:spcPts val="0"/>
              </a:spcBef>
              <a:spcAft>
                <a:spcPts val="0"/>
              </a:spcAft>
              <a:buClr>
                <a:schemeClr val="dk1"/>
              </a:buClr>
              <a:buSzPts val="2400"/>
              <a:buNone/>
            </a:pPr>
            <a:r>
              <a:rPr lang="en-US" sz="3250">
                <a:latin typeface="Cambria"/>
                <a:ea typeface="Cambria"/>
                <a:cs typeface="Cambria"/>
                <a:sym typeface="Cambria"/>
              </a:rPr>
              <a:t> Expression → </a:t>
            </a:r>
            <a:r>
              <a:rPr lang="en-US" sz="3250">
                <a:solidFill>
                  <a:srgbClr val="5E17EB"/>
                </a:solidFill>
                <a:latin typeface="Cambria"/>
                <a:ea typeface="Cambria"/>
                <a:cs typeface="Cambria"/>
                <a:sym typeface="Cambria"/>
              </a:rPr>
              <a:t>5 6 2 + * 12 4 / -</a:t>
            </a:r>
            <a:endParaRPr b="1" sz="3250">
              <a:solidFill>
                <a:srgbClr val="196391"/>
              </a:solidFill>
              <a:latin typeface="Cambria"/>
              <a:ea typeface="Cambria"/>
              <a:cs typeface="Cambria"/>
              <a:sym typeface="Cambria"/>
            </a:endParaRPr>
          </a:p>
        </p:txBody>
      </p:sp>
      <p:sp>
        <p:nvSpPr>
          <p:cNvPr id="194" name="Google Shape;194;g39dddbd7dcc_0_496"/>
          <p:cNvSpPr/>
          <p:nvPr/>
        </p:nvSpPr>
        <p:spPr>
          <a:xfrm>
            <a:off x="14987223" y="6"/>
            <a:ext cx="3217202" cy="1493287"/>
          </a:xfrm>
          <a:custGeom>
            <a:rect b="b" l="l" r="r" t="t"/>
            <a:pathLst>
              <a:path extrusionOk="0" h="1896237" w="4085336">
                <a:moveTo>
                  <a:pt x="0" y="0"/>
                </a:moveTo>
                <a:lnTo>
                  <a:pt x="4085336" y="0"/>
                </a:lnTo>
                <a:lnTo>
                  <a:pt x="4085336" y="1896237"/>
                </a:lnTo>
                <a:lnTo>
                  <a:pt x="0" y="1896237"/>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6"/>
          <p:cNvSpPr/>
          <p:nvPr/>
        </p:nvSpPr>
        <p:spPr>
          <a:xfrm>
            <a:off x="0" y="74069"/>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1793658" l="0" r="0" t="-1793658"/>
            </a:stretch>
          </a:blipFill>
          <a:ln>
            <a:noFill/>
          </a:ln>
        </p:spPr>
      </p:sp>
      <p:sp>
        <p:nvSpPr>
          <p:cNvPr id="204" name="Google Shape;204;p6"/>
          <p:cNvSpPr/>
          <p:nvPr/>
        </p:nvSpPr>
        <p:spPr>
          <a:xfrm>
            <a:off x="15157678" y="43434"/>
            <a:ext cx="3064002" cy="1422177"/>
          </a:xfrm>
          <a:custGeom>
            <a:rect b="b" l="l" r="r" t="t"/>
            <a:pathLst>
              <a:path extrusionOk="0" h="1896237" w="4085336">
                <a:moveTo>
                  <a:pt x="0" y="0"/>
                </a:moveTo>
                <a:lnTo>
                  <a:pt x="4085336" y="0"/>
                </a:lnTo>
                <a:lnTo>
                  <a:pt x="4085336" y="1896237"/>
                </a:lnTo>
                <a:lnTo>
                  <a:pt x="0" y="1896237"/>
                </a:lnTo>
                <a:lnTo>
                  <a:pt x="0" y="0"/>
                </a:lnTo>
                <a:close/>
              </a:path>
            </a:pathLst>
          </a:custGeom>
          <a:blipFill rotWithShape="1">
            <a:blip r:embed="rId4">
              <a:alphaModFix/>
            </a:blip>
            <a:stretch>
              <a:fillRect b="0" l="0" r="0" t="0"/>
            </a:stretch>
          </a:blipFill>
          <a:ln>
            <a:noFill/>
          </a:ln>
        </p:spPr>
      </p:sp>
      <p:sp>
        <p:nvSpPr>
          <p:cNvPr id="205" name="Google Shape;205;p6"/>
          <p:cNvSpPr/>
          <p:nvPr/>
        </p:nvSpPr>
        <p:spPr>
          <a:xfrm>
            <a:off x="1833300" y="2797925"/>
            <a:ext cx="13466955" cy="7407972"/>
          </a:xfrm>
          <a:custGeom>
            <a:rect b="b" l="l" r="r" t="t"/>
            <a:pathLst>
              <a:path extrusionOk="0" h="8277064" w="14637995">
                <a:moveTo>
                  <a:pt x="0" y="0"/>
                </a:moveTo>
                <a:lnTo>
                  <a:pt x="14637996" y="0"/>
                </a:lnTo>
                <a:lnTo>
                  <a:pt x="14637996" y="8277064"/>
                </a:lnTo>
                <a:lnTo>
                  <a:pt x="0" y="8277064"/>
                </a:lnTo>
                <a:lnTo>
                  <a:pt x="0" y="0"/>
                </a:lnTo>
                <a:close/>
              </a:path>
            </a:pathLst>
          </a:custGeom>
          <a:blipFill rotWithShape="1">
            <a:blip r:embed="rId5">
              <a:alphaModFix/>
            </a:blip>
            <a:stretch>
              <a:fillRect b="-4889" l="0" r="-5437" t="0"/>
            </a:stretch>
          </a:blipFill>
          <a:ln cap="rnd" cmpd="sng" w="35800">
            <a:solidFill>
              <a:srgbClr val="000000"/>
            </a:solidFill>
            <a:prstDash val="solid"/>
            <a:round/>
            <a:headEnd len="sm" w="sm" type="none"/>
            <a:tailEnd len="sm" w="sm" type="none"/>
          </a:ln>
        </p:spPr>
      </p:sp>
      <p:sp>
        <p:nvSpPr>
          <p:cNvPr id="206" name="Google Shape;206;p6"/>
          <p:cNvSpPr txBox="1"/>
          <p:nvPr/>
        </p:nvSpPr>
        <p:spPr>
          <a:xfrm>
            <a:off x="1833300" y="735700"/>
            <a:ext cx="11451900" cy="1662600"/>
          </a:xfrm>
          <a:prstGeom prst="rect">
            <a:avLst/>
          </a:prstGeom>
          <a:noFill/>
          <a:ln>
            <a:noFill/>
          </a:ln>
        </p:spPr>
        <p:txBody>
          <a:bodyPr anchorCtr="0" anchor="t" bIns="0" lIns="0" spcFirstLastPara="1" rIns="0" wrap="square" tIns="0">
            <a:spAutoFit/>
          </a:bodyPr>
          <a:lstStyle/>
          <a:p>
            <a:pPr indent="0" lvl="0" marL="0" marR="0" rtl="0" algn="l">
              <a:lnSpc>
                <a:spcPct val="120013"/>
              </a:lnSpc>
              <a:spcBef>
                <a:spcPts val="0"/>
              </a:spcBef>
              <a:spcAft>
                <a:spcPts val="0"/>
              </a:spcAft>
              <a:buClr>
                <a:srgbClr val="000000"/>
              </a:buClr>
              <a:buSzPts val="2841"/>
              <a:buFont typeface="Arial"/>
              <a:buNone/>
            </a:pPr>
            <a:r>
              <a:rPr b="1" i="0" lang="en-US" sz="6000" u="none" cap="none" strike="noStrike">
                <a:solidFill>
                  <a:srgbClr val="000000"/>
                </a:solidFill>
                <a:latin typeface="Cambria"/>
                <a:ea typeface="Cambria"/>
                <a:cs typeface="Cambria"/>
                <a:sym typeface="Cambria"/>
              </a:rPr>
              <a:t>Example:</a:t>
            </a:r>
            <a:endParaRPr b="0" i="0" sz="6000" u="none" cap="none" strike="noStrike">
              <a:solidFill>
                <a:srgbClr val="000000"/>
              </a:solidFill>
              <a:latin typeface="Arial"/>
              <a:ea typeface="Arial"/>
              <a:cs typeface="Arial"/>
              <a:sym typeface="Arial"/>
            </a:endParaRPr>
          </a:p>
          <a:p>
            <a:pPr indent="0" lvl="0" marL="0" marR="0" rtl="0" algn="l">
              <a:lnSpc>
                <a:spcPct val="120013"/>
              </a:lnSpc>
              <a:spcBef>
                <a:spcPts val="0"/>
              </a:spcBef>
              <a:spcAft>
                <a:spcPts val="0"/>
              </a:spcAft>
              <a:buClr>
                <a:srgbClr val="000000"/>
              </a:buClr>
              <a:buSzPts val="2841"/>
              <a:buFont typeface="Arial"/>
              <a:buNone/>
            </a:pPr>
            <a:r>
              <a:rPr b="1" i="0" lang="en-US" sz="3250" u="none" cap="none" strike="noStrike">
                <a:solidFill>
                  <a:srgbClr val="000000"/>
                </a:solidFill>
                <a:latin typeface="Cambria"/>
                <a:ea typeface="Cambria"/>
                <a:cs typeface="Cambria"/>
                <a:sym typeface="Cambria"/>
              </a:rPr>
              <a:t>                   </a:t>
            </a:r>
            <a:r>
              <a:rPr b="0" i="0" lang="en-US" sz="3600" u="none" cap="none" strike="noStrike">
                <a:solidFill>
                  <a:srgbClr val="000000"/>
                </a:solidFill>
                <a:latin typeface="Cambria"/>
                <a:ea typeface="Cambria"/>
                <a:cs typeface="Cambria"/>
                <a:sym typeface="Cambria"/>
              </a:rPr>
              <a:t>Let’s evaluate →  </a:t>
            </a:r>
            <a:r>
              <a:rPr b="0" i="1" lang="en-US" sz="3600" u="none" cap="none" strike="noStrike">
                <a:solidFill>
                  <a:srgbClr val="000000"/>
                </a:solidFill>
                <a:latin typeface="Cambria"/>
                <a:ea typeface="Cambria"/>
                <a:cs typeface="Cambria"/>
                <a:sym typeface="Cambria"/>
              </a:rPr>
              <a:t>5 6 2 + * 12 4 / -</a:t>
            </a:r>
            <a:endParaRPr b="0" i="0" sz="3600" u="none" cap="none" strike="noStrike">
              <a:solidFill>
                <a:srgbClr val="000000"/>
              </a:solidFill>
              <a:latin typeface="Arial"/>
              <a:ea typeface="Arial"/>
              <a:cs typeface="Arial"/>
              <a:sym typeface="Arial"/>
            </a:endParaRPr>
          </a:p>
        </p:txBody>
      </p:sp>
      <p:sp>
        <p:nvSpPr>
          <p:cNvPr id="207" name="Google Shape;207;p6"/>
          <p:cNvSpPr txBox="1"/>
          <p:nvPr/>
        </p:nvSpPr>
        <p:spPr>
          <a:xfrm rot="5400000">
            <a:off x="14080540" y="5707964"/>
            <a:ext cx="5736000" cy="554100"/>
          </a:xfrm>
          <a:prstGeom prst="rect">
            <a:avLst/>
          </a:prstGeom>
          <a:noFill/>
          <a:ln>
            <a:noFill/>
          </a:ln>
        </p:spPr>
        <p:txBody>
          <a:bodyPr anchorCtr="0" anchor="t" bIns="0" lIns="0" spcFirstLastPara="1" rIns="0" wrap="square" tIns="0">
            <a:spAutoFit/>
          </a:bodyPr>
          <a:lstStyle/>
          <a:p>
            <a:pPr indent="0" lvl="0" marL="0" marR="0" rtl="0" algn="ctr">
              <a:lnSpc>
                <a:spcPct val="139993"/>
              </a:lnSpc>
              <a:spcBef>
                <a:spcPts val="0"/>
              </a:spcBef>
              <a:spcAft>
                <a:spcPts val="0"/>
              </a:spcAft>
              <a:buClr>
                <a:srgbClr val="000000"/>
              </a:buClr>
              <a:buSzPts val="2983"/>
              <a:buFont typeface="Arial"/>
              <a:buNone/>
            </a:pPr>
            <a:r>
              <a:rPr b="0" i="0" lang="en-US" sz="3600" u="none" cap="none" strike="noStrike">
                <a:solidFill>
                  <a:srgbClr val="000000"/>
                </a:solidFill>
                <a:latin typeface="Cambria"/>
                <a:ea typeface="Cambria"/>
                <a:cs typeface="Cambria"/>
                <a:sym typeface="Cambria"/>
              </a:rPr>
              <a:t>💡</a:t>
            </a:r>
            <a:r>
              <a:rPr b="1" i="0" lang="en-US" sz="3600" u="none" cap="none" strike="noStrike">
                <a:solidFill>
                  <a:srgbClr val="001C5D"/>
                </a:solidFill>
                <a:latin typeface="Cambria"/>
                <a:ea typeface="Cambria"/>
                <a:cs typeface="Cambria"/>
                <a:sym typeface="Cambria"/>
              </a:rPr>
              <a:t> Final Result :</a:t>
            </a:r>
            <a:r>
              <a:rPr b="0" i="0" lang="en-US" sz="3600" u="none" cap="none" strike="noStrike">
                <a:solidFill>
                  <a:srgbClr val="000000"/>
                </a:solidFill>
                <a:latin typeface="Cambria"/>
                <a:ea typeface="Cambria"/>
                <a:cs typeface="Cambria"/>
                <a:sym typeface="Cambria"/>
              </a:rPr>
              <a:t> 37</a:t>
            </a:r>
            <a:endParaRPr b="0" i="0" sz="36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7"/>
          <p:cNvSpPr txBox="1"/>
          <p:nvPr/>
        </p:nvSpPr>
        <p:spPr>
          <a:xfrm>
            <a:off x="1531358" y="893138"/>
            <a:ext cx="15225300" cy="97413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Clr>
                <a:srgbClr val="000000"/>
              </a:buClr>
              <a:buSzPts val="4000"/>
              <a:buFont typeface="Arial"/>
              <a:buNone/>
            </a:pPr>
            <a:r>
              <a:t/>
            </a:r>
            <a:endParaRPr b="0" i="0" sz="6000" u="none" cap="none" strike="noStrike">
              <a:solidFill>
                <a:srgbClr val="000000"/>
              </a:solidFill>
              <a:latin typeface="Arial"/>
              <a:ea typeface="Arial"/>
              <a:cs typeface="Arial"/>
              <a:sym typeface="Arial"/>
            </a:endParaRPr>
          </a:p>
          <a:p>
            <a:pPr indent="0" lvl="0" marL="0" marR="0" rtl="0" algn="l">
              <a:lnSpc>
                <a:spcPct val="132008"/>
              </a:lnSpc>
              <a:spcBef>
                <a:spcPts val="0"/>
              </a:spcBef>
              <a:spcAft>
                <a:spcPts val="0"/>
              </a:spcAft>
              <a:buClr>
                <a:srgbClr val="000000"/>
              </a:buClr>
              <a:buSzPts val="2400"/>
              <a:buFont typeface="Arial"/>
              <a:buNone/>
            </a:pPr>
            <a:r>
              <a:t/>
            </a:r>
            <a:endParaRPr b="1" i="0" sz="2400" u="sng" cap="none" strike="noStrike">
              <a:solidFill>
                <a:srgbClr val="000000"/>
              </a:solidFill>
              <a:latin typeface="Cambria"/>
              <a:ea typeface="Cambria"/>
              <a:cs typeface="Cambria"/>
              <a:sym typeface="Cambria"/>
            </a:endParaRPr>
          </a:p>
          <a:p>
            <a:pPr indent="-362012" lvl="1" marL="755647" marR="0" rtl="0" algn="l">
              <a:lnSpc>
                <a:spcPct val="120005"/>
              </a:lnSpc>
              <a:spcBef>
                <a:spcPts val="0"/>
              </a:spcBef>
              <a:spcAft>
                <a:spcPts val="0"/>
              </a:spcAft>
              <a:buClr>
                <a:srgbClr val="000000"/>
              </a:buClr>
              <a:buSzPts val="3250"/>
              <a:buFont typeface="Cambria"/>
              <a:buAutoNum type="arabicPeriod"/>
            </a:pPr>
            <a:r>
              <a:rPr b="0" i="0" lang="en-US" sz="3250" u="none" cap="none" strike="noStrike">
                <a:solidFill>
                  <a:srgbClr val="000000"/>
                </a:solidFill>
                <a:latin typeface="Cambria"/>
                <a:ea typeface="Cambria"/>
                <a:cs typeface="Cambria"/>
                <a:sym typeface="Cambria"/>
              </a:rPr>
              <a:t>Read the postfix expression left → right (tokens separated by spaces).</a:t>
            </a:r>
            <a:endParaRPr b="0" i="0" sz="3250" u="none" cap="none" strike="noStrike">
              <a:solidFill>
                <a:srgbClr val="000000"/>
              </a:solidFill>
              <a:latin typeface="Arial"/>
              <a:ea typeface="Arial"/>
              <a:cs typeface="Arial"/>
              <a:sym typeface="Arial"/>
            </a:endParaRPr>
          </a:p>
          <a:p>
            <a:pPr indent="-362012" lvl="1" marL="755647" marR="0" rtl="0" algn="l">
              <a:lnSpc>
                <a:spcPct val="120005"/>
              </a:lnSpc>
              <a:spcBef>
                <a:spcPts val="0"/>
              </a:spcBef>
              <a:spcAft>
                <a:spcPts val="0"/>
              </a:spcAft>
              <a:buClr>
                <a:srgbClr val="000000"/>
              </a:buClr>
              <a:buSzPts val="3250"/>
              <a:buFont typeface="Cambria"/>
              <a:buAutoNum type="arabicPeriod"/>
            </a:pPr>
            <a:r>
              <a:rPr b="0" i="0" lang="en-US" sz="3250" u="none" cap="none" strike="noStrike">
                <a:solidFill>
                  <a:srgbClr val="000000"/>
                </a:solidFill>
                <a:latin typeface="Cambria"/>
                <a:ea typeface="Cambria"/>
                <a:cs typeface="Cambria"/>
                <a:sym typeface="Cambria"/>
              </a:rPr>
              <a:t>If token is an operand, push it onto the stack.</a:t>
            </a:r>
            <a:endParaRPr b="0" i="0" sz="3250" u="none" cap="none" strike="noStrike">
              <a:solidFill>
                <a:srgbClr val="000000"/>
              </a:solidFill>
              <a:latin typeface="Arial"/>
              <a:ea typeface="Arial"/>
              <a:cs typeface="Arial"/>
              <a:sym typeface="Arial"/>
            </a:endParaRPr>
          </a:p>
          <a:p>
            <a:pPr indent="-362012" lvl="1" marL="755647" marR="0" rtl="0" algn="l">
              <a:lnSpc>
                <a:spcPct val="120005"/>
              </a:lnSpc>
              <a:spcBef>
                <a:spcPts val="0"/>
              </a:spcBef>
              <a:spcAft>
                <a:spcPts val="0"/>
              </a:spcAft>
              <a:buClr>
                <a:srgbClr val="000000"/>
              </a:buClr>
              <a:buSzPts val="3250"/>
              <a:buFont typeface="Cambria"/>
              <a:buAutoNum type="arabicPeriod"/>
            </a:pPr>
            <a:r>
              <a:rPr b="0" i="0" lang="en-US" sz="3250" u="none" cap="none" strike="noStrike">
                <a:solidFill>
                  <a:srgbClr val="000000"/>
                </a:solidFill>
                <a:latin typeface="Cambria"/>
                <a:ea typeface="Cambria"/>
                <a:cs typeface="Cambria"/>
                <a:sym typeface="Cambria"/>
              </a:rPr>
              <a:t>If token is an operator (+ - * /) :   </a:t>
            </a:r>
            <a:endParaRPr b="0" i="0" sz="3250" u="none" cap="none" strike="noStrike">
              <a:solidFill>
                <a:srgbClr val="000000"/>
              </a:solidFill>
              <a:latin typeface="Cambria"/>
              <a:ea typeface="Cambria"/>
              <a:cs typeface="Cambria"/>
              <a:sym typeface="Cambria"/>
            </a:endParaRPr>
          </a:p>
          <a:p>
            <a:pPr indent="0" lvl="0" marL="914400" marR="0" rtl="0" algn="l">
              <a:lnSpc>
                <a:spcPct val="120005"/>
              </a:lnSpc>
              <a:spcBef>
                <a:spcPts val="0"/>
              </a:spcBef>
              <a:spcAft>
                <a:spcPts val="0"/>
              </a:spcAft>
              <a:buClr>
                <a:srgbClr val="000000"/>
              </a:buClr>
              <a:buSzPts val="3250"/>
              <a:buFont typeface="Arial"/>
              <a:buNone/>
            </a:pPr>
            <a:r>
              <a:t/>
            </a:r>
            <a:endParaRPr b="0" i="0" sz="3250" u="none" cap="none" strike="noStrike">
              <a:solidFill>
                <a:srgbClr val="000000"/>
              </a:solidFill>
              <a:latin typeface="Cambria"/>
              <a:ea typeface="Cambria"/>
              <a:cs typeface="Cambria"/>
              <a:sym typeface="Cambria"/>
            </a:endParaRPr>
          </a:p>
          <a:p>
            <a:pPr indent="0" lvl="0" marL="0" marR="0" rtl="0" algn="l">
              <a:lnSpc>
                <a:spcPct val="120005"/>
              </a:lnSpc>
              <a:spcBef>
                <a:spcPts val="0"/>
              </a:spcBef>
              <a:spcAft>
                <a:spcPts val="0"/>
              </a:spcAft>
              <a:buClr>
                <a:srgbClr val="000000"/>
              </a:buClr>
              <a:buSzPts val="2400"/>
              <a:buFont typeface="Arial"/>
              <a:buNone/>
            </a:pPr>
            <a:r>
              <a:t/>
            </a:r>
            <a:endParaRPr b="0" i="0" sz="3250" u="none" cap="none" strike="noStrike">
              <a:solidFill>
                <a:srgbClr val="000000"/>
              </a:solidFill>
              <a:latin typeface="Cambria"/>
              <a:ea typeface="Cambria"/>
              <a:cs typeface="Cambria"/>
              <a:sym typeface="Cambria"/>
            </a:endParaRPr>
          </a:p>
          <a:p>
            <a:pPr indent="0" lvl="0" marL="0" marR="0" rtl="0" algn="l">
              <a:lnSpc>
                <a:spcPct val="120005"/>
              </a:lnSpc>
              <a:spcBef>
                <a:spcPts val="0"/>
              </a:spcBef>
              <a:spcAft>
                <a:spcPts val="0"/>
              </a:spcAft>
              <a:buClr>
                <a:srgbClr val="000000"/>
              </a:buClr>
              <a:buSzPts val="2400"/>
              <a:buFont typeface="Arial"/>
              <a:buNone/>
            </a:pPr>
            <a:r>
              <a:rPr b="0" i="0" lang="en-US" sz="3250" u="none" cap="none" strike="noStrike">
                <a:solidFill>
                  <a:srgbClr val="000000"/>
                </a:solidFill>
                <a:latin typeface="Cambria"/>
                <a:ea typeface="Cambria"/>
                <a:cs typeface="Cambria"/>
                <a:sym typeface="Cambria"/>
              </a:rPr>
              <a:t>      </a:t>
            </a:r>
            <a:endParaRPr b="0" i="0" sz="3250" u="none" cap="none" strike="noStrike">
              <a:solidFill>
                <a:srgbClr val="000000"/>
              </a:solidFill>
              <a:latin typeface="Arial"/>
              <a:ea typeface="Arial"/>
              <a:cs typeface="Arial"/>
              <a:sym typeface="Arial"/>
            </a:endParaRPr>
          </a:p>
          <a:p>
            <a:pPr indent="0" lvl="0" marL="0" marR="0" rtl="0" algn="l">
              <a:lnSpc>
                <a:spcPct val="120005"/>
              </a:lnSpc>
              <a:spcBef>
                <a:spcPts val="0"/>
              </a:spcBef>
              <a:spcAft>
                <a:spcPts val="0"/>
              </a:spcAft>
              <a:buClr>
                <a:srgbClr val="000000"/>
              </a:buClr>
              <a:buSzPts val="2400"/>
              <a:buFont typeface="Arial"/>
              <a:buNone/>
            </a:pPr>
            <a:r>
              <a:t/>
            </a:r>
            <a:endParaRPr b="0" i="0" sz="3250" u="none" cap="none" strike="noStrike">
              <a:solidFill>
                <a:srgbClr val="000000"/>
              </a:solidFill>
              <a:latin typeface="Cambria"/>
              <a:ea typeface="Cambria"/>
              <a:cs typeface="Cambria"/>
              <a:sym typeface="Cambria"/>
            </a:endParaRPr>
          </a:p>
          <a:p>
            <a:pPr indent="0" lvl="0" marL="0" marR="0" rtl="0" algn="l">
              <a:lnSpc>
                <a:spcPct val="120005"/>
              </a:lnSpc>
              <a:spcBef>
                <a:spcPts val="0"/>
              </a:spcBef>
              <a:spcAft>
                <a:spcPts val="0"/>
              </a:spcAft>
              <a:buClr>
                <a:srgbClr val="000000"/>
              </a:buClr>
              <a:buSzPts val="2400"/>
              <a:buFont typeface="Arial"/>
              <a:buNone/>
            </a:pPr>
            <a:r>
              <a:rPr b="0" i="0" lang="en-US" sz="3250" u="none" cap="none" strike="noStrike">
                <a:solidFill>
                  <a:srgbClr val="000000"/>
                </a:solidFill>
                <a:latin typeface="Cambria"/>
                <a:ea typeface="Cambria"/>
                <a:cs typeface="Cambria"/>
                <a:sym typeface="Cambria"/>
              </a:rPr>
              <a:t>    4. Repeat until all tokens processed.</a:t>
            </a:r>
            <a:endParaRPr b="0" i="0" sz="3250" u="none" cap="none" strike="noStrike">
              <a:solidFill>
                <a:srgbClr val="000000"/>
              </a:solidFill>
              <a:latin typeface="Arial"/>
              <a:ea typeface="Arial"/>
              <a:cs typeface="Arial"/>
              <a:sym typeface="Arial"/>
            </a:endParaRPr>
          </a:p>
          <a:p>
            <a:pPr indent="0" lvl="0" marL="0" marR="0" rtl="0" algn="l">
              <a:lnSpc>
                <a:spcPct val="120005"/>
              </a:lnSpc>
              <a:spcBef>
                <a:spcPts val="0"/>
              </a:spcBef>
              <a:spcAft>
                <a:spcPts val="0"/>
              </a:spcAft>
              <a:buClr>
                <a:srgbClr val="000000"/>
              </a:buClr>
              <a:buSzPts val="2400"/>
              <a:buFont typeface="Arial"/>
              <a:buNone/>
            </a:pPr>
            <a:r>
              <a:rPr b="0" i="0" lang="en-US" sz="3250" u="none" cap="none" strike="noStrike">
                <a:solidFill>
                  <a:srgbClr val="000000"/>
                </a:solidFill>
                <a:latin typeface="Cambria"/>
                <a:ea typeface="Cambria"/>
                <a:cs typeface="Cambria"/>
                <a:sym typeface="Cambria"/>
              </a:rPr>
              <a:t>    5. Final answer = single value remaining on stack (stack top).</a:t>
            </a:r>
            <a:endParaRPr b="0" i="0" sz="3250" u="none" cap="none" strike="noStrike">
              <a:solidFill>
                <a:srgbClr val="000000"/>
              </a:solidFill>
              <a:latin typeface="Arial"/>
              <a:ea typeface="Arial"/>
              <a:cs typeface="Arial"/>
              <a:sym typeface="Arial"/>
            </a:endParaRPr>
          </a:p>
          <a:p>
            <a:pPr indent="0" lvl="0" marL="0" marR="0" rtl="0" algn="l">
              <a:lnSpc>
                <a:spcPct val="120005"/>
              </a:lnSpc>
              <a:spcBef>
                <a:spcPts val="0"/>
              </a:spcBef>
              <a:spcAft>
                <a:spcPts val="0"/>
              </a:spcAft>
              <a:buClr>
                <a:srgbClr val="000000"/>
              </a:buClr>
              <a:buSzPts val="2400"/>
              <a:buFont typeface="Arial"/>
              <a:buNone/>
            </a:pPr>
            <a:r>
              <a:rPr b="0" i="0" lang="en-US" sz="3250" u="none" cap="none" strike="noStrike">
                <a:solidFill>
                  <a:srgbClr val="000000"/>
                </a:solidFill>
                <a:latin typeface="Cambria"/>
                <a:ea typeface="Cambria"/>
                <a:cs typeface="Cambria"/>
                <a:sym typeface="Cambria"/>
              </a:rPr>
              <a:t>    6. Handle errors: if you try to pop when stack has &lt;2 values → invalid               </a:t>
            </a:r>
            <a:endParaRPr b="0" i="0" sz="3250" u="none" cap="none" strike="noStrike">
              <a:solidFill>
                <a:srgbClr val="000000"/>
              </a:solidFill>
              <a:latin typeface="Arial"/>
              <a:ea typeface="Arial"/>
              <a:cs typeface="Arial"/>
              <a:sym typeface="Arial"/>
            </a:endParaRPr>
          </a:p>
          <a:p>
            <a:pPr indent="0" lvl="0" marL="0" marR="0" rtl="0" algn="l">
              <a:lnSpc>
                <a:spcPct val="120005"/>
              </a:lnSpc>
              <a:spcBef>
                <a:spcPts val="0"/>
              </a:spcBef>
              <a:spcAft>
                <a:spcPts val="0"/>
              </a:spcAft>
              <a:buClr>
                <a:srgbClr val="000000"/>
              </a:buClr>
              <a:buSzPts val="2400"/>
              <a:buFont typeface="Arial"/>
              <a:buNone/>
            </a:pPr>
            <a:r>
              <a:rPr b="0" i="0" lang="en-US" sz="3250" u="none" cap="none" strike="noStrike">
                <a:solidFill>
                  <a:srgbClr val="000000"/>
                </a:solidFill>
                <a:latin typeface="Cambria"/>
                <a:ea typeface="Cambria"/>
                <a:cs typeface="Cambria"/>
                <a:sym typeface="Cambria"/>
              </a:rPr>
              <a:t>         expression; after finish, if stack size ≠ 1 → invalid expression.</a:t>
            </a:r>
            <a:endParaRPr b="0" i="0" sz="3250" u="none" cap="none" strike="noStrike">
              <a:solidFill>
                <a:srgbClr val="000000"/>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2400"/>
              <a:buFont typeface="Arial"/>
              <a:buNone/>
            </a:pPr>
            <a:r>
              <a:rPr b="0" i="0" lang="en-US" sz="3250" u="none" cap="none" strike="noStrike">
                <a:solidFill>
                  <a:srgbClr val="000000"/>
                </a:solidFill>
                <a:latin typeface="Cambria"/>
                <a:ea typeface="Cambria"/>
                <a:cs typeface="Cambria"/>
                <a:sym typeface="Cambria"/>
              </a:rPr>
              <a:t> (Use integer division only if expression expects integers; otherwise handle floats.)</a:t>
            </a:r>
            <a:endParaRPr b="0" i="0" sz="3250" u="none" cap="none" strike="noStrike">
              <a:solidFill>
                <a:srgbClr val="000000"/>
              </a:solidFill>
              <a:latin typeface="Arial"/>
              <a:ea typeface="Arial"/>
              <a:cs typeface="Arial"/>
              <a:sym typeface="Arial"/>
            </a:endParaRPr>
          </a:p>
          <a:p>
            <a:pPr indent="0" lvl="0" marL="0" marR="0" rtl="0" algn="l">
              <a:lnSpc>
                <a:spcPct val="154856"/>
              </a:lnSpc>
              <a:spcBef>
                <a:spcPts val="0"/>
              </a:spcBef>
              <a:spcAft>
                <a:spcPts val="0"/>
              </a:spcAft>
              <a:buClr>
                <a:srgbClr val="000000"/>
              </a:buClr>
              <a:buSzPts val="2400"/>
              <a:buFont typeface="Arial"/>
              <a:buNone/>
            </a:pPr>
            <a:r>
              <a:t/>
            </a:r>
            <a:endParaRPr b="0" i="0" sz="2400" u="none" cap="none" strike="noStrike">
              <a:solidFill>
                <a:srgbClr val="000000"/>
              </a:solidFill>
              <a:latin typeface="Cambria"/>
              <a:ea typeface="Cambria"/>
              <a:cs typeface="Cambria"/>
              <a:sym typeface="Cambria"/>
            </a:endParaRPr>
          </a:p>
          <a:p>
            <a:pPr indent="0" lvl="0" marL="0" marR="0" rtl="0" algn="l">
              <a:lnSpc>
                <a:spcPct val="154856"/>
              </a:lnSpc>
              <a:spcBef>
                <a:spcPts val="0"/>
              </a:spcBef>
              <a:spcAft>
                <a:spcPts val="0"/>
              </a:spcAft>
              <a:buClr>
                <a:srgbClr val="000000"/>
              </a:buClr>
              <a:buSzPts val="2400"/>
              <a:buFont typeface="Arial"/>
              <a:buNone/>
            </a:pPr>
            <a:r>
              <a:t/>
            </a:r>
            <a:endParaRPr b="0" i="0" sz="2400" u="none" cap="none" strike="noStrike">
              <a:solidFill>
                <a:srgbClr val="000000"/>
              </a:solidFill>
              <a:latin typeface="Cambria"/>
              <a:ea typeface="Cambria"/>
              <a:cs typeface="Cambria"/>
              <a:sym typeface="Cambria"/>
            </a:endParaRPr>
          </a:p>
        </p:txBody>
      </p:sp>
      <p:sp>
        <p:nvSpPr>
          <p:cNvPr id="217" name="Google Shape;217;p7"/>
          <p:cNvSpPr/>
          <p:nvPr/>
        </p:nvSpPr>
        <p:spPr>
          <a:xfrm>
            <a:off x="15157678" y="43434"/>
            <a:ext cx="3064002" cy="1422177"/>
          </a:xfrm>
          <a:custGeom>
            <a:rect b="b" l="l" r="r" t="t"/>
            <a:pathLst>
              <a:path extrusionOk="0" h="1896237" w="4085336">
                <a:moveTo>
                  <a:pt x="0" y="0"/>
                </a:moveTo>
                <a:lnTo>
                  <a:pt x="4085336" y="0"/>
                </a:lnTo>
                <a:lnTo>
                  <a:pt x="4085336" y="1896237"/>
                </a:lnTo>
                <a:lnTo>
                  <a:pt x="0" y="1896237"/>
                </a:lnTo>
                <a:lnTo>
                  <a:pt x="0" y="0"/>
                </a:lnTo>
                <a:close/>
              </a:path>
            </a:pathLst>
          </a:custGeom>
          <a:blipFill rotWithShape="1">
            <a:blip r:embed="rId3">
              <a:alphaModFix/>
            </a:blip>
            <a:stretch>
              <a:fillRect b="0" l="0" r="0" t="0"/>
            </a:stretch>
          </a:blipFill>
          <a:ln>
            <a:noFill/>
          </a:ln>
        </p:spPr>
      </p:sp>
      <p:sp>
        <p:nvSpPr>
          <p:cNvPr id="218" name="Google Shape;218;p7"/>
          <p:cNvSpPr txBox="1"/>
          <p:nvPr/>
        </p:nvSpPr>
        <p:spPr>
          <a:xfrm>
            <a:off x="2441107" y="4308176"/>
            <a:ext cx="6789300" cy="2857500"/>
          </a:xfrm>
          <a:prstGeom prst="rect">
            <a:avLst/>
          </a:prstGeom>
          <a:noFill/>
          <a:ln>
            <a:noFill/>
          </a:ln>
        </p:spPr>
        <p:txBody>
          <a:bodyPr anchorCtr="0" anchor="t" bIns="0" lIns="0" spcFirstLastPara="1" rIns="0" wrap="square" tIns="0">
            <a:spAutoFit/>
          </a:bodyPr>
          <a:lstStyle/>
          <a:p>
            <a:pPr indent="-343989" lvl="1" marL="683535" marR="0" rtl="0" algn="l">
              <a:lnSpc>
                <a:spcPct val="120031"/>
              </a:lnSpc>
              <a:spcBef>
                <a:spcPts val="0"/>
              </a:spcBef>
              <a:spcAft>
                <a:spcPts val="0"/>
              </a:spcAft>
              <a:buClr>
                <a:srgbClr val="000000"/>
              </a:buClr>
              <a:buSzPts val="3200"/>
              <a:buFont typeface="Arial"/>
              <a:buChar char="•"/>
            </a:pPr>
            <a:r>
              <a:rPr b="0" i="0" lang="en-US" sz="3200" u="none" cap="none" strike="noStrike">
                <a:solidFill>
                  <a:srgbClr val="000000"/>
                </a:solidFill>
                <a:latin typeface="Cambria"/>
                <a:ea typeface="Cambria"/>
                <a:cs typeface="Cambria"/>
                <a:sym typeface="Cambria"/>
              </a:rPr>
              <a:t>Pop the top value → b.</a:t>
            </a:r>
            <a:endParaRPr b="0" i="0" sz="3200" u="none" cap="none" strike="noStrike">
              <a:solidFill>
                <a:srgbClr val="000000"/>
              </a:solidFill>
              <a:latin typeface="Arial"/>
              <a:ea typeface="Arial"/>
              <a:cs typeface="Arial"/>
              <a:sym typeface="Arial"/>
            </a:endParaRPr>
          </a:p>
          <a:p>
            <a:pPr indent="-343989" lvl="1" marL="683535" marR="0" rtl="0" algn="l">
              <a:lnSpc>
                <a:spcPct val="120031"/>
              </a:lnSpc>
              <a:spcBef>
                <a:spcPts val="0"/>
              </a:spcBef>
              <a:spcAft>
                <a:spcPts val="0"/>
              </a:spcAft>
              <a:buClr>
                <a:srgbClr val="000000"/>
              </a:buClr>
              <a:buSzPts val="3200"/>
              <a:buFont typeface="Arial"/>
              <a:buChar char="•"/>
            </a:pPr>
            <a:r>
              <a:rPr b="0" i="0" lang="en-US" sz="3200" u="none" cap="none" strike="noStrike">
                <a:solidFill>
                  <a:srgbClr val="000000"/>
                </a:solidFill>
                <a:latin typeface="Cambria"/>
                <a:ea typeface="Cambria"/>
                <a:cs typeface="Cambria"/>
                <a:sym typeface="Cambria"/>
              </a:rPr>
              <a:t>Pop the next top → a.</a:t>
            </a:r>
            <a:endParaRPr b="0" i="0" sz="3200" u="none" cap="none" strike="noStrike">
              <a:solidFill>
                <a:srgbClr val="000000"/>
              </a:solidFill>
              <a:latin typeface="Arial"/>
              <a:ea typeface="Arial"/>
              <a:cs typeface="Arial"/>
              <a:sym typeface="Arial"/>
            </a:endParaRPr>
          </a:p>
          <a:p>
            <a:pPr indent="-343989" lvl="1" marL="683535" marR="0" rtl="0" algn="l">
              <a:lnSpc>
                <a:spcPct val="120031"/>
              </a:lnSpc>
              <a:spcBef>
                <a:spcPts val="0"/>
              </a:spcBef>
              <a:spcAft>
                <a:spcPts val="0"/>
              </a:spcAft>
              <a:buClr>
                <a:srgbClr val="000000"/>
              </a:buClr>
              <a:buSzPts val="3200"/>
              <a:buFont typeface="Arial"/>
              <a:buChar char="•"/>
            </a:pPr>
            <a:r>
              <a:rPr b="0" i="0" lang="en-US" sz="3200" u="none" cap="none" strike="noStrike">
                <a:solidFill>
                  <a:srgbClr val="000000"/>
                </a:solidFill>
                <a:latin typeface="Cambria"/>
                <a:ea typeface="Cambria"/>
                <a:cs typeface="Cambria"/>
                <a:sym typeface="Cambria"/>
              </a:rPr>
              <a:t>Compute result = a (op) b.</a:t>
            </a:r>
            <a:endParaRPr b="0" i="0" sz="3200" u="none" cap="none" strike="noStrike">
              <a:solidFill>
                <a:srgbClr val="000000"/>
              </a:solidFill>
              <a:latin typeface="Arial"/>
              <a:ea typeface="Arial"/>
              <a:cs typeface="Arial"/>
              <a:sym typeface="Arial"/>
            </a:endParaRPr>
          </a:p>
          <a:p>
            <a:pPr indent="-343989" lvl="1" marL="683535" marR="0" rtl="0" algn="l">
              <a:lnSpc>
                <a:spcPct val="120031"/>
              </a:lnSpc>
              <a:spcBef>
                <a:spcPts val="0"/>
              </a:spcBef>
              <a:spcAft>
                <a:spcPts val="0"/>
              </a:spcAft>
              <a:buClr>
                <a:srgbClr val="000000"/>
              </a:buClr>
              <a:buSzPts val="3200"/>
              <a:buFont typeface="Arial"/>
              <a:buChar char="•"/>
            </a:pPr>
            <a:r>
              <a:rPr b="0" i="0" lang="en-US" sz="3200" u="none" cap="none" strike="noStrike">
                <a:solidFill>
                  <a:srgbClr val="000000"/>
                </a:solidFill>
                <a:latin typeface="Cambria"/>
                <a:ea typeface="Cambria"/>
                <a:cs typeface="Cambria"/>
                <a:sym typeface="Cambria"/>
              </a:rPr>
              <a:t>Push result back onto the stack.</a:t>
            </a:r>
            <a:endParaRPr b="0" i="0" sz="3200" u="none" cap="none" strike="noStrike">
              <a:solidFill>
                <a:srgbClr val="000000"/>
              </a:solidFill>
              <a:latin typeface="Arial"/>
              <a:ea typeface="Arial"/>
              <a:cs typeface="Arial"/>
              <a:sym typeface="Arial"/>
            </a:endParaRPr>
          </a:p>
          <a:p>
            <a:pPr indent="0" lvl="0" marL="0" marR="0" rtl="0" algn="l">
              <a:lnSpc>
                <a:spcPct val="120031"/>
              </a:lnSpc>
              <a:spcBef>
                <a:spcPts val="0"/>
              </a:spcBef>
              <a:spcAft>
                <a:spcPts val="0"/>
              </a:spcAft>
              <a:buClr>
                <a:srgbClr val="000000"/>
              </a:buClr>
              <a:buSzPts val="2300"/>
              <a:buFont typeface="Arial"/>
              <a:buNone/>
            </a:pPr>
            <a:r>
              <a:t/>
            </a:r>
            <a:endParaRPr b="0" i="0" sz="3200" u="none" cap="none" strike="noStrike">
              <a:solidFill>
                <a:srgbClr val="000000"/>
              </a:solidFill>
              <a:latin typeface="Cambria"/>
              <a:ea typeface="Cambria"/>
              <a:cs typeface="Cambria"/>
              <a:sym typeface="Cambria"/>
            </a:endParaRPr>
          </a:p>
        </p:txBody>
      </p:sp>
      <p:sp>
        <p:nvSpPr>
          <p:cNvPr id="219" name="Google Shape;219;p7"/>
          <p:cNvSpPr txBox="1"/>
          <p:nvPr>
            <p:ph idx="4294967295" type="title"/>
          </p:nvPr>
        </p:nvSpPr>
        <p:spPr>
          <a:xfrm>
            <a:off x="1257300" y="547688"/>
            <a:ext cx="15773400" cy="1988700"/>
          </a:xfrm>
          <a:prstGeom prst="rect">
            <a:avLst/>
          </a:prstGeom>
          <a:noFill/>
          <a:ln>
            <a:noFill/>
          </a:ln>
        </p:spPr>
        <p:txBody>
          <a:bodyPr anchorCtr="0" anchor="ctr" bIns="68550" lIns="137150" spcFirstLastPara="1" rIns="137150" wrap="square" tIns="68550">
            <a:normAutofit/>
          </a:bodyPr>
          <a:lstStyle/>
          <a:p>
            <a:pPr indent="0" lvl="0" marL="0" rtl="0" algn="l">
              <a:lnSpc>
                <a:spcPct val="120005"/>
              </a:lnSpc>
              <a:spcBef>
                <a:spcPts val="0"/>
              </a:spcBef>
              <a:spcAft>
                <a:spcPts val="0"/>
              </a:spcAft>
              <a:buClr>
                <a:schemeClr val="dk1"/>
              </a:buClr>
              <a:buSzPts val="4000"/>
              <a:buFont typeface="Arial"/>
              <a:buNone/>
            </a:pPr>
            <a:r>
              <a:rPr b="1" lang="en-US" sz="6000" u="sng">
                <a:latin typeface="Cambria"/>
                <a:ea typeface="Cambria"/>
                <a:cs typeface="Cambria"/>
                <a:sym typeface="Cambria"/>
              </a:rPr>
              <a:t>Postfix Evaluation — Step-by-Step</a:t>
            </a:r>
            <a:endParaRPr b="1" sz="6000">
              <a:latin typeface="Cambria"/>
              <a:ea typeface="Cambria"/>
              <a:cs typeface="Cambria"/>
              <a:sym typeface="Cambri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8"/>
          <p:cNvSpPr/>
          <p:nvPr/>
        </p:nvSpPr>
        <p:spPr>
          <a:xfrm>
            <a:off x="15157678" y="43434"/>
            <a:ext cx="3064002" cy="1422177"/>
          </a:xfrm>
          <a:custGeom>
            <a:rect b="b" l="l" r="r" t="t"/>
            <a:pathLst>
              <a:path extrusionOk="0" h="1896237" w="4085336">
                <a:moveTo>
                  <a:pt x="0" y="0"/>
                </a:moveTo>
                <a:lnTo>
                  <a:pt x="4085336" y="0"/>
                </a:lnTo>
                <a:lnTo>
                  <a:pt x="4085336" y="1896237"/>
                </a:lnTo>
                <a:lnTo>
                  <a:pt x="0" y="1896237"/>
                </a:lnTo>
                <a:lnTo>
                  <a:pt x="0" y="0"/>
                </a:lnTo>
                <a:close/>
              </a:path>
            </a:pathLst>
          </a:custGeom>
          <a:blipFill rotWithShape="1">
            <a:blip r:embed="rId3">
              <a:alphaModFix/>
            </a:blip>
            <a:stretch>
              <a:fillRect b="0" l="0" r="0" t="0"/>
            </a:stretch>
          </a:blipFill>
          <a:ln>
            <a:noFill/>
          </a:ln>
        </p:spPr>
      </p:sp>
      <p:sp>
        <p:nvSpPr>
          <p:cNvPr id="229" name="Google Shape;229;p8"/>
          <p:cNvSpPr txBox="1"/>
          <p:nvPr/>
        </p:nvSpPr>
        <p:spPr>
          <a:xfrm>
            <a:off x="1131591" y="808950"/>
            <a:ext cx="14244600" cy="1107996"/>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2400"/>
              <a:buFont typeface="Arial"/>
              <a:buNone/>
            </a:pPr>
            <a:r>
              <a:rPr b="1" i="0" lang="en-US" sz="6000" u="none" cap="none" strike="noStrike">
                <a:solidFill>
                  <a:schemeClr val="dk1"/>
                </a:solidFill>
                <a:latin typeface="Cambria"/>
                <a:ea typeface="Cambria"/>
                <a:cs typeface="Cambria"/>
                <a:sym typeface="Cambria"/>
              </a:rPr>
              <a:t>Code Implementation:</a:t>
            </a:r>
            <a:endParaRPr b="0" i="0" sz="6000" u="none" cap="none" strike="noStrike">
              <a:solidFill>
                <a:schemeClr val="dk1"/>
              </a:solidFill>
              <a:latin typeface="Arial"/>
              <a:ea typeface="Arial"/>
              <a:cs typeface="Arial"/>
              <a:sym typeface="Arial"/>
            </a:endParaRPr>
          </a:p>
        </p:txBody>
      </p:sp>
      <p:pic>
        <p:nvPicPr>
          <p:cNvPr id="230" name="Google Shape;230;p8"/>
          <p:cNvPicPr preferRelativeResize="0"/>
          <p:nvPr/>
        </p:nvPicPr>
        <p:blipFill rotWithShape="1">
          <a:blip r:embed="rId4">
            <a:alphaModFix/>
          </a:blip>
          <a:srcRect b="0" l="0" r="0" t="0"/>
          <a:stretch/>
        </p:blipFill>
        <p:spPr>
          <a:xfrm>
            <a:off x="2692581" y="2033151"/>
            <a:ext cx="12270658" cy="799050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
          <p:cNvSpPr/>
          <p:nvPr/>
        </p:nvSpPr>
        <p:spPr>
          <a:xfrm>
            <a:off x="15157678" y="43434"/>
            <a:ext cx="3064002" cy="1422177"/>
          </a:xfrm>
          <a:custGeom>
            <a:rect b="b" l="l" r="r" t="t"/>
            <a:pathLst>
              <a:path extrusionOk="0" h="1896237" w="4085336">
                <a:moveTo>
                  <a:pt x="0" y="0"/>
                </a:moveTo>
                <a:lnTo>
                  <a:pt x="4085336" y="0"/>
                </a:lnTo>
                <a:lnTo>
                  <a:pt x="4085336" y="1896237"/>
                </a:lnTo>
                <a:lnTo>
                  <a:pt x="0" y="1896237"/>
                </a:lnTo>
                <a:lnTo>
                  <a:pt x="0" y="0"/>
                </a:lnTo>
                <a:close/>
              </a:path>
            </a:pathLst>
          </a:custGeom>
          <a:blipFill rotWithShape="1">
            <a:blip r:embed="rId3">
              <a:alphaModFix/>
            </a:blip>
            <a:stretch>
              <a:fillRect b="0" l="0" r="0" t="0"/>
            </a:stretch>
          </a:blipFill>
          <a:ln>
            <a:noFill/>
          </a:ln>
        </p:spPr>
      </p:sp>
      <p:pic>
        <p:nvPicPr>
          <p:cNvPr id="240" name="Google Shape;240;p1"/>
          <p:cNvPicPr preferRelativeResize="0"/>
          <p:nvPr/>
        </p:nvPicPr>
        <p:blipFill rotWithShape="1">
          <a:blip r:embed="rId4">
            <a:alphaModFix/>
          </a:blip>
          <a:srcRect b="0" l="0" r="0" t="0"/>
          <a:stretch/>
        </p:blipFill>
        <p:spPr>
          <a:xfrm>
            <a:off x="2569880" y="3584788"/>
            <a:ext cx="12027356" cy="246849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
          <p:cNvSpPr txBox="1"/>
          <p:nvPr>
            <p:ph type="title"/>
          </p:nvPr>
        </p:nvSpPr>
        <p:spPr>
          <a:xfrm>
            <a:off x="1257300" y="547688"/>
            <a:ext cx="15773400" cy="1988345"/>
          </a:xfrm>
          <a:prstGeom prst="rect">
            <a:avLst/>
          </a:prstGeom>
          <a:noFill/>
          <a:ln>
            <a:noFill/>
          </a:ln>
        </p:spPr>
        <p:txBody>
          <a:bodyPr anchorCtr="0" anchor="ctr" bIns="68550" lIns="137125" spcFirstLastPara="1" rIns="137125" wrap="square" tIns="68550">
            <a:normAutofit/>
          </a:bodyPr>
          <a:lstStyle/>
          <a:p>
            <a:pPr indent="0" lvl="0" marL="0" rtl="0" algn="l">
              <a:lnSpc>
                <a:spcPct val="90000"/>
              </a:lnSpc>
              <a:spcBef>
                <a:spcPts val="0"/>
              </a:spcBef>
              <a:spcAft>
                <a:spcPts val="0"/>
              </a:spcAft>
              <a:buSzPts val="4000"/>
              <a:buNone/>
            </a:pPr>
            <a:r>
              <a:rPr b="1" lang="en-US" sz="6000">
                <a:latin typeface="Cambria"/>
                <a:ea typeface="Cambria"/>
                <a:cs typeface="Cambria"/>
                <a:sym typeface="Cambria"/>
              </a:rPr>
              <a:t>Output :</a:t>
            </a:r>
            <a:endParaRPr b="1" sz="6000">
              <a:latin typeface="Cambria"/>
              <a:ea typeface="Cambria"/>
              <a:cs typeface="Cambria"/>
              <a:sym typeface="Cambria"/>
            </a:endParaRPr>
          </a:p>
        </p:txBody>
      </p:sp>
      <p:sp>
        <p:nvSpPr>
          <p:cNvPr id="246" name="Google Shape;246;p2"/>
          <p:cNvSpPr/>
          <p:nvPr/>
        </p:nvSpPr>
        <p:spPr>
          <a:xfrm>
            <a:off x="14987224" y="6"/>
            <a:ext cx="3218567" cy="1493919"/>
          </a:xfrm>
          <a:custGeom>
            <a:rect b="b" l="l" r="r" t="t"/>
            <a:pathLst>
              <a:path extrusionOk="0" h="1896237" w="4085336">
                <a:moveTo>
                  <a:pt x="0" y="0"/>
                </a:moveTo>
                <a:lnTo>
                  <a:pt x="4085336" y="0"/>
                </a:lnTo>
                <a:lnTo>
                  <a:pt x="4085336" y="1896237"/>
                </a:lnTo>
                <a:lnTo>
                  <a:pt x="0" y="1896237"/>
                </a:lnTo>
                <a:lnTo>
                  <a:pt x="0" y="0"/>
                </a:lnTo>
                <a:close/>
              </a:path>
            </a:pathLst>
          </a:custGeom>
          <a:blipFill rotWithShape="1">
            <a:blip r:embed="rId3">
              <a:alphaModFix/>
            </a:blip>
            <a:stretch>
              <a:fillRect b="0" l="0" r="0" t="0"/>
            </a:stretch>
          </a:blipFill>
          <a:ln>
            <a:noFill/>
          </a:ln>
        </p:spPr>
      </p:sp>
      <p:sp>
        <p:nvSpPr>
          <p:cNvPr id="247" name="Google Shape;247;p2"/>
          <p:cNvSpPr/>
          <p:nvPr/>
        </p:nvSpPr>
        <p:spPr>
          <a:xfrm>
            <a:off x="2580968" y="3008672"/>
            <a:ext cx="12167420" cy="4734231"/>
          </a:xfrm>
          <a:prstGeom prst="rect">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100" u="none" cap="none" strike="noStrike">
              <a:solidFill>
                <a:schemeClr val="lt1"/>
              </a:solidFill>
              <a:latin typeface="Arial"/>
              <a:ea typeface="Arial"/>
              <a:cs typeface="Arial"/>
              <a:sym typeface="Arial"/>
            </a:endParaRPr>
          </a:p>
        </p:txBody>
      </p:sp>
      <p:sp>
        <p:nvSpPr>
          <p:cNvPr id="248" name="Google Shape;248;p2"/>
          <p:cNvSpPr txBox="1"/>
          <p:nvPr/>
        </p:nvSpPr>
        <p:spPr>
          <a:xfrm>
            <a:off x="2772698" y="3303640"/>
            <a:ext cx="11621729" cy="1651606"/>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0" i="0" lang="en-US" sz="3600" u="none" cap="none" strike="noStrike">
                <a:solidFill>
                  <a:schemeClr val="lt1"/>
                </a:solidFill>
                <a:latin typeface="Cambria"/>
                <a:ea typeface="Cambria"/>
                <a:cs typeface="Cambria"/>
                <a:sym typeface="Cambria"/>
              </a:rPr>
              <a:t>Postfix Expression: 231*+9-</a:t>
            </a:r>
            <a:endParaRPr/>
          </a:p>
          <a:p>
            <a:pPr indent="0" lvl="0" marL="0" marR="0" rtl="0" algn="l">
              <a:lnSpc>
                <a:spcPct val="150000"/>
              </a:lnSpc>
              <a:spcBef>
                <a:spcPts val="0"/>
              </a:spcBef>
              <a:spcAft>
                <a:spcPts val="0"/>
              </a:spcAft>
              <a:buNone/>
            </a:pPr>
            <a:r>
              <a:rPr b="0" i="0" lang="en-US" sz="3600" u="none" cap="none" strike="noStrike">
                <a:solidFill>
                  <a:schemeClr val="lt1"/>
                </a:solidFill>
                <a:latin typeface="Cambria"/>
                <a:ea typeface="Cambria"/>
                <a:cs typeface="Cambria"/>
                <a:sym typeface="Cambria"/>
              </a:rPr>
              <a:t>Result = -4</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0"/>
          <p:cNvSpPr/>
          <p:nvPr/>
        </p:nvSpPr>
        <p:spPr>
          <a:xfrm>
            <a:off x="15157678" y="43434"/>
            <a:ext cx="3064002" cy="1422177"/>
          </a:xfrm>
          <a:custGeom>
            <a:rect b="b" l="l" r="r" t="t"/>
            <a:pathLst>
              <a:path extrusionOk="0" h="1896237" w="4085336">
                <a:moveTo>
                  <a:pt x="0" y="0"/>
                </a:moveTo>
                <a:lnTo>
                  <a:pt x="4085336" y="0"/>
                </a:lnTo>
                <a:lnTo>
                  <a:pt x="4085336" y="1896237"/>
                </a:lnTo>
                <a:lnTo>
                  <a:pt x="0" y="1896237"/>
                </a:lnTo>
                <a:lnTo>
                  <a:pt x="0" y="0"/>
                </a:lnTo>
                <a:close/>
              </a:path>
            </a:pathLst>
          </a:custGeom>
          <a:blipFill rotWithShape="1">
            <a:blip r:embed="rId3">
              <a:alphaModFix/>
            </a:blip>
            <a:stretch>
              <a:fillRect b="0" l="0" r="0" t="0"/>
            </a:stretch>
          </a:blipFill>
          <a:ln>
            <a:noFill/>
          </a:ln>
        </p:spPr>
      </p:sp>
      <p:sp>
        <p:nvSpPr>
          <p:cNvPr id="258" name="Google Shape;258;p10"/>
          <p:cNvSpPr txBox="1"/>
          <p:nvPr/>
        </p:nvSpPr>
        <p:spPr>
          <a:xfrm>
            <a:off x="1195675" y="3368535"/>
            <a:ext cx="15225300" cy="5208900"/>
          </a:xfrm>
          <a:prstGeom prst="rect">
            <a:avLst/>
          </a:prstGeom>
          <a:noFill/>
          <a:ln>
            <a:noFill/>
          </a:ln>
        </p:spPr>
        <p:txBody>
          <a:bodyPr anchorCtr="0" anchor="t" bIns="0" lIns="0" spcFirstLastPara="1" rIns="0" wrap="square" tIns="0">
            <a:spAutoFit/>
          </a:bodyPr>
          <a:lstStyle/>
          <a:p>
            <a:pPr indent="-457200" lvl="1" marL="914400" marR="0" rtl="0" algn="l">
              <a:lnSpc>
                <a:spcPct val="120005"/>
              </a:lnSpc>
              <a:spcBef>
                <a:spcPts val="0"/>
              </a:spcBef>
              <a:spcAft>
                <a:spcPts val="0"/>
              </a:spcAft>
              <a:buClr>
                <a:srgbClr val="000000"/>
              </a:buClr>
              <a:buSzPts val="3600"/>
              <a:buFont typeface="Arial"/>
              <a:buChar char="•"/>
            </a:pPr>
            <a:r>
              <a:rPr b="0" i="0" lang="en-US" sz="3600" u="none" cap="none" strike="noStrike">
                <a:solidFill>
                  <a:srgbClr val="001C5D"/>
                </a:solidFill>
                <a:latin typeface="Cambria"/>
                <a:ea typeface="Cambria"/>
                <a:cs typeface="Cambria"/>
                <a:sym typeface="Cambria"/>
              </a:rPr>
              <a:t>Time Complexity:</a:t>
            </a:r>
            <a:r>
              <a:rPr b="0" i="0" lang="en-US" sz="3600" u="none" cap="none" strike="noStrike">
                <a:solidFill>
                  <a:srgbClr val="000000"/>
                </a:solidFill>
                <a:latin typeface="Cambria"/>
                <a:ea typeface="Cambria"/>
                <a:cs typeface="Cambria"/>
                <a:sym typeface="Cambria"/>
              </a:rPr>
              <a:t> O(n)</a:t>
            </a:r>
            <a:endParaRPr b="0" i="0" sz="3600" u="none" cap="none" strike="noStrike">
              <a:solidFill>
                <a:srgbClr val="000000"/>
              </a:solidFill>
              <a:latin typeface="Arial"/>
              <a:ea typeface="Arial"/>
              <a:cs typeface="Arial"/>
              <a:sym typeface="Arial"/>
            </a:endParaRPr>
          </a:p>
          <a:p>
            <a:pPr indent="-406463" lvl="1" marL="863599" marR="0" rtl="0" algn="l">
              <a:lnSpc>
                <a:spcPct val="120005"/>
              </a:lnSpc>
              <a:spcBef>
                <a:spcPts val="0"/>
              </a:spcBef>
              <a:spcAft>
                <a:spcPts val="0"/>
              </a:spcAft>
              <a:buClr>
                <a:srgbClr val="001C5D"/>
              </a:buClr>
              <a:buSzPts val="3600"/>
              <a:buFont typeface="Arial"/>
              <a:buChar char="•"/>
            </a:pPr>
            <a:r>
              <a:rPr b="0" i="0" lang="en-US" sz="3600" u="none" cap="none" strike="noStrike">
                <a:solidFill>
                  <a:srgbClr val="001C5D"/>
                </a:solidFill>
                <a:latin typeface="Cambria"/>
                <a:ea typeface="Cambria"/>
                <a:cs typeface="Cambria"/>
                <a:sym typeface="Cambria"/>
              </a:rPr>
              <a:t>Space Complexity:</a:t>
            </a:r>
            <a:r>
              <a:rPr b="0" i="0" lang="en-US" sz="3600" u="none" cap="none" strike="noStrike">
                <a:solidFill>
                  <a:srgbClr val="000000"/>
                </a:solidFill>
                <a:latin typeface="Cambria"/>
                <a:ea typeface="Cambria"/>
                <a:cs typeface="Cambria"/>
                <a:sym typeface="Cambria"/>
              </a:rPr>
              <a:t> O(n)</a:t>
            </a:r>
            <a:endParaRPr b="0" i="0" sz="3600" u="none" cap="none" strike="noStrike">
              <a:solidFill>
                <a:srgbClr val="000000"/>
              </a:solidFill>
              <a:latin typeface="Arial"/>
              <a:ea typeface="Arial"/>
              <a:cs typeface="Arial"/>
              <a:sym typeface="Arial"/>
            </a:endParaRPr>
          </a:p>
          <a:p>
            <a:pPr indent="0" lvl="0" marL="0" marR="0" rtl="0" algn="l">
              <a:lnSpc>
                <a:spcPct val="120005"/>
              </a:lnSpc>
              <a:spcBef>
                <a:spcPts val="0"/>
              </a:spcBef>
              <a:spcAft>
                <a:spcPts val="0"/>
              </a:spcAft>
              <a:buClr>
                <a:srgbClr val="000000"/>
              </a:buClr>
              <a:buSzPts val="2400"/>
              <a:buFont typeface="Arial"/>
              <a:buNone/>
            </a:pPr>
            <a:r>
              <a:t/>
            </a:r>
            <a:endParaRPr b="0" i="0" sz="3600" u="none" cap="none" strike="noStrike">
              <a:solidFill>
                <a:srgbClr val="000000"/>
              </a:solidFill>
              <a:latin typeface="Cambria"/>
              <a:ea typeface="Cambria"/>
              <a:cs typeface="Cambria"/>
              <a:sym typeface="Cambria"/>
            </a:endParaRPr>
          </a:p>
          <a:p>
            <a:pPr indent="0" lvl="0" marL="0" marR="0" rtl="0" algn="l">
              <a:lnSpc>
                <a:spcPct val="120005"/>
              </a:lnSpc>
              <a:spcBef>
                <a:spcPts val="0"/>
              </a:spcBef>
              <a:spcAft>
                <a:spcPts val="0"/>
              </a:spcAft>
              <a:buClr>
                <a:srgbClr val="000000"/>
              </a:buClr>
              <a:buSzPts val="2400"/>
              <a:buFont typeface="Arial"/>
              <a:buNone/>
            </a:pPr>
            <a:r>
              <a:rPr b="0" i="0" lang="en-US" sz="3600" u="none" cap="none" strike="noStrike">
                <a:solidFill>
                  <a:srgbClr val="001C5D"/>
                </a:solidFill>
                <a:latin typeface="Cambria"/>
                <a:ea typeface="Cambria"/>
                <a:cs typeface="Cambria"/>
                <a:sym typeface="Cambria"/>
              </a:rPr>
              <a:t>        </a:t>
            </a:r>
            <a:r>
              <a:rPr b="1" i="0" lang="en-US" sz="3600" u="none" cap="none" strike="noStrike">
                <a:solidFill>
                  <a:srgbClr val="000000"/>
                </a:solidFill>
                <a:latin typeface="Cambria"/>
                <a:ea typeface="Cambria"/>
                <a:cs typeface="Cambria"/>
                <a:sym typeface="Cambria"/>
              </a:rPr>
              <a:t>Explanation:</a:t>
            </a:r>
            <a:endParaRPr b="0" i="0" sz="3600" u="none" cap="none" strike="noStrike">
              <a:solidFill>
                <a:srgbClr val="000000"/>
              </a:solidFill>
              <a:latin typeface="Arial"/>
              <a:ea typeface="Arial"/>
              <a:cs typeface="Arial"/>
              <a:sym typeface="Arial"/>
            </a:endParaRPr>
          </a:p>
          <a:p>
            <a:pPr indent="0" lvl="0" marL="0" marR="0" rtl="0" algn="l">
              <a:lnSpc>
                <a:spcPct val="120005"/>
              </a:lnSpc>
              <a:spcBef>
                <a:spcPts val="0"/>
              </a:spcBef>
              <a:spcAft>
                <a:spcPts val="0"/>
              </a:spcAft>
              <a:buClr>
                <a:srgbClr val="000000"/>
              </a:buClr>
              <a:buSzPts val="2400"/>
              <a:buFont typeface="Arial"/>
              <a:buNone/>
            </a:pPr>
            <a:r>
              <a:t/>
            </a:r>
            <a:endParaRPr b="1" i="0" sz="3600" u="none" cap="none" strike="noStrike">
              <a:solidFill>
                <a:srgbClr val="000000"/>
              </a:solidFill>
              <a:latin typeface="Cambria"/>
              <a:ea typeface="Cambria"/>
              <a:cs typeface="Cambria"/>
              <a:sym typeface="Cambria"/>
            </a:endParaRPr>
          </a:p>
          <a:p>
            <a:pPr indent="-406463" lvl="1" marL="863599" marR="0" rtl="0" algn="l">
              <a:lnSpc>
                <a:spcPct val="120005"/>
              </a:lnSpc>
              <a:spcBef>
                <a:spcPts val="0"/>
              </a:spcBef>
              <a:spcAft>
                <a:spcPts val="0"/>
              </a:spcAft>
              <a:buClr>
                <a:srgbClr val="000000"/>
              </a:buClr>
              <a:buSzPts val="3600"/>
              <a:buFont typeface="Arial"/>
              <a:buChar char="•"/>
            </a:pPr>
            <a:r>
              <a:rPr b="0" i="0" lang="en-US" sz="3600" u="none" cap="none" strike="noStrike">
                <a:solidFill>
                  <a:srgbClr val="000000"/>
                </a:solidFill>
                <a:latin typeface="Cambria"/>
                <a:ea typeface="Cambria"/>
                <a:cs typeface="Cambria"/>
                <a:sym typeface="Cambria"/>
              </a:rPr>
              <a:t> Each element (operand or operator) is processed once.</a:t>
            </a:r>
            <a:endParaRPr b="0" i="0" sz="3600" u="none" cap="none" strike="noStrike">
              <a:solidFill>
                <a:srgbClr val="000000"/>
              </a:solidFill>
              <a:latin typeface="Arial"/>
              <a:ea typeface="Arial"/>
              <a:cs typeface="Arial"/>
              <a:sym typeface="Arial"/>
            </a:endParaRPr>
          </a:p>
          <a:p>
            <a:pPr indent="-406461" lvl="1" marL="863597" marR="0" rtl="0" algn="l">
              <a:lnSpc>
                <a:spcPct val="120005"/>
              </a:lnSpc>
              <a:spcBef>
                <a:spcPts val="0"/>
              </a:spcBef>
              <a:spcAft>
                <a:spcPts val="0"/>
              </a:spcAft>
              <a:buClr>
                <a:srgbClr val="000000"/>
              </a:buClr>
              <a:buSzPts val="3600"/>
              <a:buFont typeface="Arial"/>
              <a:buChar char="•"/>
            </a:pPr>
            <a:r>
              <a:rPr b="0" i="0" lang="en-US" sz="3600" u="none" cap="none" strike="noStrike">
                <a:solidFill>
                  <a:srgbClr val="000000"/>
                </a:solidFill>
                <a:latin typeface="Cambria"/>
                <a:ea typeface="Cambria"/>
                <a:cs typeface="Cambria"/>
                <a:sym typeface="Cambria"/>
              </a:rPr>
              <a:t> Stack operations (push/pop) are </a:t>
            </a:r>
            <a:r>
              <a:rPr b="0" i="0" lang="en-US" sz="3600" u="none" cap="none" strike="noStrike">
                <a:solidFill>
                  <a:srgbClr val="001C5D"/>
                </a:solidFill>
                <a:latin typeface="Cambria"/>
                <a:ea typeface="Cambria"/>
                <a:cs typeface="Cambria"/>
                <a:sym typeface="Cambria"/>
              </a:rPr>
              <a:t>constant time</a:t>
            </a:r>
            <a:r>
              <a:rPr b="0" i="0" lang="en-US" sz="3600" u="none" cap="none" strike="noStrike">
                <a:solidFill>
                  <a:srgbClr val="000000"/>
                </a:solidFill>
                <a:latin typeface="Cambria"/>
                <a:ea typeface="Cambria"/>
                <a:cs typeface="Cambria"/>
                <a:sym typeface="Cambria"/>
              </a:rPr>
              <a:t> → overall linear complexity.</a:t>
            </a:r>
            <a:endParaRPr b="0" i="0" sz="3600" u="none" cap="none" strike="noStrike">
              <a:solidFill>
                <a:srgbClr val="000000"/>
              </a:solidFill>
              <a:latin typeface="Cambria"/>
              <a:ea typeface="Cambria"/>
              <a:cs typeface="Cambria"/>
              <a:sym typeface="Cambria"/>
            </a:endParaRPr>
          </a:p>
        </p:txBody>
      </p:sp>
      <p:sp>
        <p:nvSpPr>
          <p:cNvPr id="259" name="Google Shape;259;p10"/>
          <p:cNvSpPr txBox="1"/>
          <p:nvPr>
            <p:ph idx="4294967295" type="title"/>
          </p:nvPr>
        </p:nvSpPr>
        <p:spPr>
          <a:xfrm>
            <a:off x="1003800" y="1058475"/>
            <a:ext cx="12344400" cy="1714500"/>
          </a:xfrm>
          <a:prstGeom prst="rect">
            <a:avLst/>
          </a:prstGeom>
          <a:noFill/>
          <a:ln>
            <a:noFill/>
          </a:ln>
        </p:spPr>
        <p:txBody>
          <a:bodyPr anchorCtr="0" anchor="ctr" bIns="68550" lIns="137150" spcFirstLastPara="1" rIns="137150" wrap="square" tIns="68550">
            <a:normAutofit/>
          </a:bodyPr>
          <a:lstStyle/>
          <a:p>
            <a:pPr indent="0" lvl="0" marL="0" rtl="0" algn="l">
              <a:lnSpc>
                <a:spcPct val="90000"/>
              </a:lnSpc>
              <a:spcBef>
                <a:spcPts val="0"/>
              </a:spcBef>
              <a:spcAft>
                <a:spcPts val="0"/>
              </a:spcAft>
              <a:buClr>
                <a:schemeClr val="dk1"/>
              </a:buClr>
              <a:buSzPts val="6000"/>
              <a:buFont typeface="Cambria"/>
              <a:buNone/>
            </a:pPr>
            <a:r>
              <a:rPr b="1" lang="en-US" sz="6000">
                <a:latin typeface="Cambria"/>
                <a:ea typeface="Cambria"/>
                <a:cs typeface="Cambria"/>
                <a:sym typeface="Cambria"/>
              </a:rPr>
              <a:t>Time &amp; Space Complexity</a:t>
            </a:r>
            <a:endParaRPr b="1" sz="6000">
              <a:latin typeface="Cambria"/>
              <a:ea typeface="Cambria"/>
              <a:cs typeface="Cambria"/>
              <a:sym typeface="Cambri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g39dddbd7dcc_0_756"/>
          <p:cNvSpPr txBox="1"/>
          <p:nvPr>
            <p:ph type="title"/>
          </p:nvPr>
        </p:nvSpPr>
        <p:spPr>
          <a:xfrm>
            <a:off x="1257300" y="547688"/>
            <a:ext cx="15773400" cy="1988700"/>
          </a:xfrm>
          <a:prstGeom prst="rect">
            <a:avLst/>
          </a:prstGeom>
          <a:noFill/>
          <a:ln>
            <a:noFill/>
          </a:ln>
        </p:spPr>
        <p:txBody>
          <a:bodyPr anchorCtr="0" anchor="ctr" bIns="68550" lIns="137150" spcFirstLastPara="1" rIns="137150" wrap="square" tIns="68550">
            <a:normAutofit/>
          </a:bodyPr>
          <a:lstStyle/>
          <a:p>
            <a:pPr indent="0" lvl="0" marL="0" rtl="0" algn="l">
              <a:lnSpc>
                <a:spcPct val="90000"/>
              </a:lnSpc>
              <a:spcBef>
                <a:spcPts val="0"/>
              </a:spcBef>
              <a:spcAft>
                <a:spcPts val="0"/>
              </a:spcAft>
              <a:buClr>
                <a:schemeClr val="dk1"/>
              </a:buClr>
              <a:buSzPts val="6000"/>
              <a:buFont typeface="Cambria"/>
              <a:buNone/>
            </a:pPr>
            <a:r>
              <a:rPr b="1" lang="en-US" sz="6000">
                <a:latin typeface="Cambria"/>
                <a:ea typeface="Cambria"/>
                <a:cs typeface="Cambria"/>
                <a:sym typeface="Cambria"/>
              </a:rPr>
              <a:t>Summary</a:t>
            </a:r>
            <a:endParaRPr/>
          </a:p>
        </p:txBody>
      </p:sp>
      <p:sp>
        <p:nvSpPr>
          <p:cNvPr id="265" name="Google Shape;265;g39dddbd7dcc_0_756"/>
          <p:cNvSpPr/>
          <p:nvPr/>
        </p:nvSpPr>
        <p:spPr>
          <a:xfrm>
            <a:off x="14987223" y="6"/>
            <a:ext cx="3217202" cy="1493287"/>
          </a:xfrm>
          <a:custGeom>
            <a:rect b="b" l="l" r="r" t="t"/>
            <a:pathLst>
              <a:path extrusionOk="0" h="1896237" w="4085336">
                <a:moveTo>
                  <a:pt x="0" y="0"/>
                </a:moveTo>
                <a:lnTo>
                  <a:pt x="4085336" y="0"/>
                </a:lnTo>
                <a:lnTo>
                  <a:pt x="4085336" y="1896237"/>
                </a:lnTo>
                <a:lnTo>
                  <a:pt x="0" y="1896237"/>
                </a:lnTo>
                <a:lnTo>
                  <a:pt x="0" y="0"/>
                </a:lnTo>
                <a:close/>
              </a:path>
            </a:pathLst>
          </a:custGeom>
          <a:blipFill rotWithShape="1">
            <a:blip r:embed="rId3">
              <a:alphaModFix/>
            </a:blip>
            <a:stretch>
              <a:fillRect b="0" l="0" r="0" t="0"/>
            </a:stretch>
          </a:blipFill>
          <a:ln>
            <a:noFill/>
          </a:ln>
        </p:spPr>
      </p:sp>
      <p:sp>
        <p:nvSpPr>
          <p:cNvPr id="266" name="Google Shape;266;g39dddbd7dcc_0_756"/>
          <p:cNvSpPr txBox="1"/>
          <p:nvPr>
            <p:ph idx="1" type="body"/>
          </p:nvPr>
        </p:nvSpPr>
        <p:spPr>
          <a:xfrm>
            <a:off x="1101450" y="2390038"/>
            <a:ext cx="15773400" cy="6526800"/>
          </a:xfrm>
          <a:prstGeom prst="rect">
            <a:avLst/>
          </a:prstGeom>
          <a:noFill/>
          <a:ln>
            <a:noFill/>
          </a:ln>
        </p:spPr>
        <p:txBody>
          <a:bodyPr anchorCtr="0" anchor="t" bIns="68550" lIns="137150" spcFirstLastPara="1" rIns="137150" wrap="square" tIns="68550">
            <a:noAutofit/>
          </a:bodyPr>
          <a:lstStyle/>
          <a:p>
            <a:pPr indent="0" lvl="0" marL="0" rtl="0" algn="l">
              <a:lnSpc>
                <a:spcPct val="115000"/>
              </a:lnSpc>
              <a:spcBef>
                <a:spcPts val="1200"/>
              </a:spcBef>
              <a:spcAft>
                <a:spcPts val="0"/>
              </a:spcAft>
              <a:buSzPts val="2700"/>
              <a:buNone/>
            </a:pPr>
            <a:r>
              <a:rPr lang="en-US" sz="3600">
                <a:latin typeface="Cambria"/>
                <a:ea typeface="Cambria"/>
                <a:cs typeface="Cambria"/>
                <a:sym typeface="Cambria"/>
              </a:rPr>
              <a:t>✅ These problems test real-world </a:t>
            </a:r>
            <a:r>
              <a:rPr b="1" lang="en-US" sz="3600">
                <a:latin typeface="Cambria"/>
                <a:ea typeface="Cambria"/>
                <a:cs typeface="Cambria"/>
                <a:sym typeface="Cambria"/>
              </a:rPr>
              <a:t>stack behavior in expression parsing and runtime tracking</a:t>
            </a:r>
            <a:r>
              <a:rPr lang="en-US" sz="3600">
                <a:latin typeface="Cambria"/>
                <a:ea typeface="Cambria"/>
                <a:cs typeface="Cambria"/>
                <a:sym typeface="Cambria"/>
              </a:rPr>
              <a:t>.</a:t>
            </a:r>
            <a:endParaRPr sz="3600">
              <a:latin typeface="Cambria"/>
              <a:ea typeface="Cambria"/>
              <a:cs typeface="Cambria"/>
              <a:sym typeface="Cambria"/>
            </a:endParaRPr>
          </a:p>
          <a:p>
            <a:pPr indent="0" lvl="0" marL="0" rtl="0" algn="l">
              <a:lnSpc>
                <a:spcPct val="115000"/>
              </a:lnSpc>
              <a:spcBef>
                <a:spcPts val="1200"/>
              </a:spcBef>
              <a:spcAft>
                <a:spcPts val="0"/>
              </a:spcAft>
              <a:buClr>
                <a:schemeClr val="dk1"/>
              </a:buClr>
              <a:buSzPts val="1100"/>
              <a:buFont typeface="Arial"/>
              <a:buNone/>
            </a:pPr>
            <a:br>
              <a:rPr lang="en-US" sz="3600">
                <a:latin typeface="Cambria"/>
                <a:ea typeface="Cambria"/>
                <a:cs typeface="Cambria"/>
                <a:sym typeface="Cambria"/>
              </a:rPr>
            </a:br>
            <a:r>
              <a:rPr lang="en-US" sz="3600">
                <a:latin typeface="Cambria"/>
                <a:ea typeface="Cambria"/>
                <a:cs typeface="Cambria"/>
                <a:sym typeface="Cambria"/>
              </a:rPr>
              <a:t> ✅ Focus areas:</a:t>
            </a:r>
            <a:endParaRPr sz="3600">
              <a:latin typeface="Cambria"/>
              <a:ea typeface="Cambria"/>
              <a:cs typeface="Cambria"/>
              <a:sym typeface="Cambria"/>
            </a:endParaRPr>
          </a:p>
          <a:p>
            <a:pPr indent="-571500" lvl="1" marL="1028700" rtl="0" algn="l">
              <a:lnSpc>
                <a:spcPct val="150000"/>
              </a:lnSpc>
              <a:spcBef>
                <a:spcPts val="1200"/>
              </a:spcBef>
              <a:spcAft>
                <a:spcPts val="0"/>
              </a:spcAft>
              <a:buSzPts val="3600"/>
              <a:buChar char="•"/>
            </a:pPr>
            <a:r>
              <a:rPr lang="en-US">
                <a:latin typeface="Cambria"/>
                <a:ea typeface="Cambria"/>
                <a:cs typeface="Cambria"/>
                <a:sym typeface="Cambria"/>
              </a:rPr>
              <a:t>Operand/operator management</a:t>
            </a:r>
            <a:endParaRPr>
              <a:latin typeface="Cambria"/>
              <a:ea typeface="Cambria"/>
              <a:cs typeface="Cambria"/>
              <a:sym typeface="Cambria"/>
            </a:endParaRPr>
          </a:p>
          <a:p>
            <a:pPr indent="-571500" lvl="1" marL="1028700" rtl="0" algn="l">
              <a:lnSpc>
                <a:spcPct val="150000"/>
              </a:lnSpc>
              <a:spcBef>
                <a:spcPts val="0"/>
              </a:spcBef>
              <a:spcAft>
                <a:spcPts val="0"/>
              </a:spcAft>
              <a:buSzPts val="3600"/>
              <a:buChar char="•"/>
            </a:pPr>
            <a:r>
              <a:rPr lang="en-US">
                <a:latin typeface="Cambria"/>
                <a:ea typeface="Cambria"/>
                <a:cs typeface="Cambria"/>
                <a:sym typeface="Cambria"/>
              </a:rPr>
              <a:t>Parentheses handling</a:t>
            </a:r>
            <a:endParaRPr>
              <a:latin typeface="Cambria"/>
              <a:ea typeface="Cambria"/>
              <a:cs typeface="Cambria"/>
              <a:sym typeface="Cambria"/>
            </a:endParaRPr>
          </a:p>
          <a:p>
            <a:pPr indent="-571500" lvl="1" marL="1028700" rtl="0" algn="l">
              <a:lnSpc>
                <a:spcPct val="150000"/>
              </a:lnSpc>
              <a:spcBef>
                <a:spcPts val="0"/>
              </a:spcBef>
              <a:spcAft>
                <a:spcPts val="0"/>
              </a:spcAft>
              <a:buSzPts val="3600"/>
              <a:buChar char="•"/>
            </a:pPr>
            <a:r>
              <a:rPr lang="en-US">
                <a:latin typeface="Cambria"/>
                <a:ea typeface="Cambria"/>
                <a:cs typeface="Cambria"/>
                <a:sym typeface="Cambria"/>
              </a:rPr>
              <a:t>Operator precedence</a:t>
            </a:r>
            <a:endParaRPr>
              <a:latin typeface="Cambria"/>
              <a:ea typeface="Cambria"/>
              <a:cs typeface="Cambria"/>
              <a:sym typeface="Cambria"/>
            </a:endParaRPr>
          </a:p>
          <a:p>
            <a:pPr indent="-571500" lvl="1" marL="1028700" rtl="0" algn="l">
              <a:lnSpc>
                <a:spcPct val="150000"/>
              </a:lnSpc>
              <a:spcBef>
                <a:spcPts val="0"/>
              </a:spcBef>
              <a:spcAft>
                <a:spcPts val="0"/>
              </a:spcAft>
              <a:buSzPts val="3600"/>
              <a:buChar char="•"/>
            </a:pPr>
            <a:r>
              <a:rPr lang="en-US">
                <a:latin typeface="Cambria"/>
                <a:ea typeface="Cambria"/>
                <a:cs typeface="Cambria"/>
                <a:sym typeface="Cambria"/>
              </a:rPr>
              <a:t>Expression parsing logic</a:t>
            </a:r>
            <a:endParaRPr>
              <a:latin typeface="Cambria"/>
              <a:ea typeface="Cambria"/>
              <a:cs typeface="Cambria"/>
              <a:sym typeface="Cambria"/>
            </a:endParaRPr>
          </a:p>
          <a:p>
            <a:pPr indent="0" lvl="0" marL="342900" rtl="0" algn="just">
              <a:lnSpc>
                <a:spcPct val="90000"/>
              </a:lnSpc>
              <a:spcBef>
                <a:spcPts val="1500"/>
              </a:spcBef>
              <a:spcAft>
                <a:spcPts val="0"/>
              </a:spcAft>
              <a:buSzPts val="2700"/>
              <a:buNone/>
            </a:pPr>
            <a:r>
              <a:t/>
            </a:r>
            <a:endParaRPr sz="3600">
              <a:latin typeface="Cambria"/>
              <a:ea typeface="Cambria"/>
              <a:cs typeface="Cambria"/>
              <a:sym typeface="Cambri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12"/>
          <p:cNvSpPr/>
          <p:nvPr/>
        </p:nvSpPr>
        <p:spPr>
          <a:xfrm>
            <a:off x="15157678" y="43434"/>
            <a:ext cx="3064002" cy="1422177"/>
          </a:xfrm>
          <a:custGeom>
            <a:rect b="b" l="l" r="r" t="t"/>
            <a:pathLst>
              <a:path extrusionOk="0" h="1896237" w="4085336">
                <a:moveTo>
                  <a:pt x="0" y="0"/>
                </a:moveTo>
                <a:lnTo>
                  <a:pt x="4085336" y="0"/>
                </a:lnTo>
                <a:lnTo>
                  <a:pt x="4085336" y="1896237"/>
                </a:lnTo>
                <a:lnTo>
                  <a:pt x="0" y="1896237"/>
                </a:lnTo>
                <a:lnTo>
                  <a:pt x="0" y="0"/>
                </a:lnTo>
                <a:close/>
              </a:path>
            </a:pathLst>
          </a:custGeom>
          <a:blipFill rotWithShape="1">
            <a:blip r:embed="rId3">
              <a:alphaModFix/>
            </a:blip>
            <a:stretch>
              <a:fillRect b="0" l="0" r="0" t="0"/>
            </a:stretch>
          </a:blipFill>
          <a:ln>
            <a:noFill/>
          </a:ln>
        </p:spPr>
      </p:sp>
      <p:sp>
        <p:nvSpPr>
          <p:cNvPr id="276" name="Google Shape;276;p12"/>
          <p:cNvSpPr txBox="1"/>
          <p:nvPr/>
        </p:nvSpPr>
        <p:spPr>
          <a:xfrm>
            <a:off x="1531346" y="3259352"/>
            <a:ext cx="15225300" cy="45441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Clr>
                <a:srgbClr val="000000"/>
              </a:buClr>
              <a:buSzPts val="2400"/>
              <a:buFont typeface="Arial"/>
              <a:buNone/>
            </a:pPr>
            <a:r>
              <a:t/>
            </a:r>
            <a:endParaRPr b="1" i="0" sz="3600" u="none" cap="none" strike="noStrike">
              <a:solidFill>
                <a:srgbClr val="000000"/>
              </a:solidFill>
              <a:latin typeface="Cambria"/>
              <a:ea typeface="Cambria"/>
              <a:cs typeface="Cambria"/>
              <a:sym typeface="Cambria"/>
            </a:endParaRPr>
          </a:p>
          <a:p>
            <a:pPr indent="-406461" lvl="1" marL="863597" marR="0" rtl="0" algn="l">
              <a:lnSpc>
                <a:spcPct val="120005"/>
              </a:lnSpc>
              <a:spcBef>
                <a:spcPts val="0"/>
              </a:spcBef>
              <a:spcAft>
                <a:spcPts val="0"/>
              </a:spcAft>
              <a:buClr>
                <a:srgbClr val="001C5D"/>
              </a:buClr>
              <a:buSzPts val="3600"/>
              <a:buFont typeface="Arial"/>
              <a:buChar char="•"/>
            </a:pPr>
            <a:r>
              <a:rPr b="0" i="0" lang="en-US" sz="3600" u="none" cap="none" strike="noStrike">
                <a:solidFill>
                  <a:srgbClr val="001C5D"/>
                </a:solidFill>
                <a:latin typeface="Cambria"/>
                <a:ea typeface="Cambria"/>
                <a:cs typeface="Cambria"/>
                <a:sym typeface="Cambria"/>
              </a:rPr>
              <a:t>Expression Evaluation in Compilers</a:t>
            </a:r>
            <a:r>
              <a:rPr b="0" i="0" lang="en-US" sz="3600" u="none" cap="none" strike="noStrike">
                <a:solidFill>
                  <a:srgbClr val="000000"/>
                </a:solidFill>
                <a:latin typeface="Cambria"/>
                <a:ea typeface="Cambria"/>
                <a:cs typeface="Cambria"/>
                <a:sym typeface="Cambria"/>
              </a:rPr>
              <a:t> — parsing &amp; executing code efficiently.</a:t>
            </a:r>
            <a:endParaRPr b="0" i="0" sz="3600" u="none" cap="none" strike="noStrike">
              <a:solidFill>
                <a:srgbClr val="000000"/>
              </a:solidFill>
              <a:latin typeface="Arial"/>
              <a:ea typeface="Arial"/>
              <a:cs typeface="Arial"/>
              <a:sym typeface="Arial"/>
            </a:endParaRPr>
          </a:p>
          <a:p>
            <a:pPr indent="-406463" lvl="1" marL="863599" marR="0" rtl="0" algn="l">
              <a:lnSpc>
                <a:spcPct val="120005"/>
              </a:lnSpc>
              <a:spcBef>
                <a:spcPts val="0"/>
              </a:spcBef>
              <a:spcAft>
                <a:spcPts val="0"/>
              </a:spcAft>
              <a:buClr>
                <a:srgbClr val="001C5D"/>
              </a:buClr>
              <a:buSzPts val="3600"/>
              <a:buFont typeface="Arial"/>
              <a:buChar char="•"/>
            </a:pPr>
            <a:r>
              <a:rPr b="0" i="0" lang="en-US" sz="3600" u="none" cap="none" strike="noStrike">
                <a:solidFill>
                  <a:srgbClr val="001C5D"/>
                </a:solidFill>
                <a:latin typeface="Cambria"/>
                <a:ea typeface="Cambria"/>
                <a:cs typeface="Cambria"/>
                <a:sym typeface="Cambria"/>
              </a:rPr>
              <a:t>Scientific Calculators</a:t>
            </a:r>
            <a:r>
              <a:rPr b="0" i="0" lang="en-US" sz="3600" u="none" cap="none" strike="noStrike">
                <a:solidFill>
                  <a:srgbClr val="000000"/>
                </a:solidFill>
                <a:latin typeface="Cambria"/>
                <a:ea typeface="Cambria"/>
                <a:cs typeface="Cambria"/>
                <a:sym typeface="Cambria"/>
              </a:rPr>
              <a:t> — internally use postfix evaluation.</a:t>
            </a:r>
            <a:endParaRPr b="0" i="0" sz="3600" u="none" cap="none" strike="noStrike">
              <a:solidFill>
                <a:srgbClr val="000000"/>
              </a:solidFill>
              <a:latin typeface="Arial"/>
              <a:ea typeface="Arial"/>
              <a:cs typeface="Arial"/>
              <a:sym typeface="Arial"/>
            </a:endParaRPr>
          </a:p>
          <a:p>
            <a:pPr indent="-406463" lvl="1" marL="863599" marR="0" rtl="0" algn="l">
              <a:lnSpc>
                <a:spcPct val="120005"/>
              </a:lnSpc>
              <a:spcBef>
                <a:spcPts val="0"/>
              </a:spcBef>
              <a:spcAft>
                <a:spcPts val="0"/>
              </a:spcAft>
              <a:buClr>
                <a:srgbClr val="001C5D"/>
              </a:buClr>
              <a:buSzPts val="3600"/>
              <a:buFont typeface="Arial"/>
              <a:buChar char="•"/>
            </a:pPr>
            <a:r>
              <a:rPr b="0" i="0" lang="en-US" sz="3600" u="none" cap="none" strike="noStrike">
                <a:solidFill>
                  <a:srgbClr val="001C5D"/>
                </a:solidFill>
                <a:latin typeface="Cambria"/>
                <a:ea typeface="Cambria"/>
                <a:cs typeface="Cambria"/>
                <a:sym typeface="Cambria"/>
              </a:rPr>
              <a:t>Expression Converters</a:t>
            </a:r>
            <a:r>
              <a:rPr b="0" i="0" lang="en-US" sz="3600" u="none" cap="none" strike="noStrike">
                <a:solidFill>
                  <a:srgbClr val="000000"/>
                </a:solidFill>
                <a:latin typeface="Cambria"/>
                <a:ea typeface="Cambria"/>
                <a:cs typeface="Cambria"/>
                <a:sym typeface="Cambria"/>
              </a:rPr>
              <a:t> — converting infix → postfix → evaluation.</a:t>
            </a:r>
            <a:endParaRPr b="0" i="0" sz="3600" u="none" cap="none" strike="noStrike">
              <a:solidFill>
                <a:srgbClr val="000000"/>
              </a:solidFill>
              <a:latin typeface="Arial"/>
              <a:ea typeface="Arial"/>
              <a:cs typeface="Arial"/>
              <a:sym typeface="Arial"/>
            </a:endParaRPr>
          </a:p>
          <a:p>
            <a:pPr indent="-406463" lvl="1" marL="863599" marR="0" rtl="0" algn="l">
              <a:lnSpc>
                <a:spcPct val="120005"/>
              </a:lnSpc>
              <a:spcBef>
                <a:spcPts val="0"/>
              </a:spcBef>
              <a:spcAft>
                <a:spcPts val="0"/>
              </a:spcAft>
              <a:buClr>
                <a:srgbClr val="001C5D"/>
              </a:buClr>
              <a:buSzPts val="3600"/>
              <a:buFont typeface="Arial"/>
              <a:buChar char="•"/>
            </a:pPr>
            <a:r>
              <a:rPr b="0" i="0" lang="en-US" sz="3600" u="none" cap="none" strike="noStrike">
                <a:solidFill>
                  <a:srgbClr val="001C5D"/>
                </a:solidFill>
                <a:latin typeface="Cambria"/>
                <a:ea typeface="Cambria"/>
                <a:cs typeface="Cambria"/>
                <a:sym typeface="Cambria"/>
              </a:rPr>
              <a:t>Parsing and Syntax Checking</a:t>
            </a:r>
            <a:r>
              <a:rPr b="0" i="0" lang="en-US" sz="3600" u="none" cap="none" strike="noStrike">
                <a:solidFill>
                  <a:srgbClr val="000000"/>
                </a:solidFill>
                <a:latin typeface="Cambria"/>
                <a:ea typeface="Cambria"/>
                <a:cs typeface="Cambria"/>
                <a:sym typeface="Cambria"/>
              </a:rPr>
              <a:t> — validating expressions in interpreters.</a:t>
            </a:r>
            <a:endParaRPr b="0" i="0" sz="3600" u="none" cap="none" strike="noStrike">
              <a:solidFill>
                <a:srgbClr val="000000"/>
              </a:solidFill>
              <a:latin typeface="Arial"/>
              <a:ea typeface="Arial"/>
              <a:cs typeface="Arial"/>
              <a:sym typeface="Arial"/>
            </a:endParaRPr>
          </a:p>
          <a:p>
            <a:pPr indent="0" lvl="0" marL="0" marR="0" rtl="0" algn="l">
              <a:lnSpc>
                <a:spcPct val="120005"/>
              </a:lnSpc>
              <a:spcBef>
                <a:spcPts val="0"/>
              </a:spcBef>
              <a:spcAft>
                <a:spcPts val="0"/>
              </a:spcAft>
              <a:buClr>
                <a:srgbClr val="000000"/>
              </a:buClr>
              <a:buSzPts val="2400"/>
              <a:buFont typeface="Arial"/>
              <a:buNone/>
            </a:pPr>
            <a:r>
              <a:t/>
            </a:r>
            <a:endParaRPr b="0" i="0" sz="3600" u="none" cap="none" strike="noStrike">
              <a:solidFill>
                <a:srgbClr val="000000"/>
              </a:solidFill>
              <a:latin typeface="Cambria"/>
              <a:ea typeface="Cambria"/>
              <a:cs typeface="Cambria"/>
              <a:sym typeface="Cambria"/>
            </a:endParaRPr>
          </a:p>
        </p:txBody>
      </p:sp>
      <p:sp>
        <p:nvSpPr>
          <p:cNvPr id="277" name="Google Shape;277;p12"/>
          <p:cNvSpPr txBox="1"/>
          <p:nvPr>
            <p:ph idx="4294967295" type="title"/>
          </p:nvPr>
        </p:nvSpPr>
        <p:spPr>
          <a:xfrm>
            <a:off x="1257300" y="547688"/>
            <a:ext cx="15773400" cy="1988700"/>
          </a:xfrm>
          <a:prstGeom prst="rect">
            <a:avLst/>
          </a:prstGeom>
          <a:noFill/>
          <a:ln>
            <a:noFill/>
          </a:ln>
        </p:spPr>
        <p:txBody>
          <a:bodyPr anchorCtr="0" anchor="ctr" bIns="68550" lIns="137150" spcFirstLastPara="1" rIns="137150" wrap="square" tIns="68550">
            <a:normAutofit/>
          </a:bodyPr>
          <a:lstStyle/>
          <a:p>
            <a:pPr indent="0" lvl="0" marL="0" rtl="0" algn="l">
              <a:lnSpc>
                <a:spcPct val="120005"/>
              </a:lnSpc>
              <a:spcBef>
                <a:spcPts val="0"/>
              </a:spcBef>
              <a:spcAft>
                <a:spcPts val="0"/>
              </a:spcAft>
              <a:buClr>
                <a:schemeClr val="dk1"/>
              </a:buClr>
              <a:buSzPts val="4000"/>
              <a:buFont typeface="Arial"/>
              <a:buNone/>
            </a:pPr>
            <a:r>
              <a:rPr b="1" lang="en-US" sz="6000">
                <a:latin typeface="Cambria"/>
                <a:ea typeface="Cambria"/>
                <a:cs typeface="Cambria"/>
                <a:sym typeface="Cambria"/>
              </a:rPr>
              <a:t>Real-World Applications:</a:t>
            </a:r>
            <a:endParaRPr sz="6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g39dddbd7dcc_0_922"/>
          <p:cNvSpPr txBox="1"/>
          <p:nvPr>
            <p:ph type="title"/>
          </p:nvPr>
        </p:nvSpPr>
        <p:spPr>
          <a:xfrm>
            <a:off x="1257300" y="336038"/>
            <a:ext cx="15773400" cy="1988700"/>
          </a:xfrm>
          <a:prstGeom prst="rect">
            <a:avLst/>
          </a:prstGeom>
          <a:noFill/>
          <a:ln>
            <a:noFill/>
          </a:ln>
        </p:spPr>
        <p:txBody>
          <a:bodyPr anchorCtr="0" anchor="ctr" bIns="68550" lIns="137150" spcFirstLastPara="1" rIns="137150" wrap="square" tIns="68550">
            <a:normAutofit/>
          </a:bodyPr>
          <a:lstStyle/>
          <a:p>
            <a:pPr indent="0" lvl="0" marL="0" rtl="0" algn="l">
              <a:lnSpc>
                <a:spcPct val="90000"/>
              </a:lnSpc>
              <a:spcBef>
                <a:spcPts val="0"/>
              </a:spcBef>
              <a:spcAft>
                <a:spcPts val="0"/>
              </a:spcAft>
              <a:buClr>
                <a:schemeClr val="dk1"/>
              </a:buClr>
              <a:buSzPts val="6000"/>
              <a:buFont typeface="Cambria"/>
              <a:buNone/>
            </a:pPr>
            <a:r>
              <a:rPr b="1" lang="en-US" sz="6000">
                <a:latin typeface="Cambria"/>
                <a:ea typeface="Cambria"/>
                <a:cs typeface="Cambria"/>
                <a:sym typeface="Cambria"/>
              </a:rPr>
              <a:t>Practice Questions:</a:t>
            </a:r>
            <a:endParaRPr/>
          </a:p>
        </p:txBody>
      </p:sp>
      <p:sp>
        <p:nvSpPr>
          <p:cNvPr id="283" name="Google Shape;283;g39dddbd7dcc_0_922"/>
          <p:cNvSpPr txBox="1"/>
          <p:nvPr>
            <p:ph idx="1" type="body"/>
          </p:nvPr>
        </p:nvSpPr>
        <p:spPr>
          <a:xfrm>
            <a:off x="1257300" y="2324747"/>
            <a:ext cx="15773400" cy="6526800"/>
          </a:xfrm>
          <a:prstGeom prst="rect">
            <a:avLst/>
          </a:prstGeom>
          <a:noFill/>
          <a:ln>
            <a:noFill/>
          </a:ln>
        </p:spPr>
        <p:txBody>
          <a:bodyPr anchorCtr="0" anchor="t" bIns="68550" lIns="137150" spcFirstLastPara="1" rIns="137150" wrap="square" tIns="68550">
            <a:noAutofit/>
          </a:bodyPr>
          <a:lstStyle/>
          <a:p>
            <a:pPr indent="0" lvl="0" marL="0" rtl="0" algn="l">
              <a:lnSpc>
                <a:spcPct val="120005"/>
              </a:lnSpc>
              <a:spcBef>
                <a:spcPts val="0"/>
              </a:spcBef>
              <a:spcAft>
                <a:spcPts val="0"/>
              </a:spcAft>
              <a:buClr>
                <a:schemeClr val="dk1"/>
              </a:buClr>
              <a:buSzPts val="2400"/>
              <a:buFont typeface="Arial"/>
              <a:buNone/>
            </a:pPr>
            <a:r>
              <a:rPr b="1" lang="en-US" sz="3600">
                <a:latin typeface="Cambria"/>
                <a:ea typeface="Cambria"/>
                <a:cs typeface="Cambria"/>
                <a:sym typeface="Cambria"/>
              </a:rPr>
              <a:t>1. LeetCode 150 — Evaluate Reverse Polish Notation</a:t>
            </a:r>
            <a:endParaRPr sz="3600">
              <a:latin typeface="Arial"/>
              <a:ea typeface="Arial"/>
              <a:cs typeface="Arial"/>
              <a:sym typeface="Arial"/>
            </a:endParaRPr>
          </a:p>
          <a:p>
            <a:pPr indent="0" lvl="0" marL="0" rtl="0" algn="l">
              <a:lnSpc>
                <a:spcPct val="120005"/>
              </a:lnSpc>
              <a:spcBef>
                <a:spcPts val="0"/>
              </a:spcBef>
              <a:spcAft>
                <a:spcPts val="0"/>
              </a:spcAft>
              <a:buClr>
                <a:schemeClr val="dk1"/>
              </a:buClr>
              <a:buSzPts val="2400"/>
              <a:buFont typeface="Arial"/>
              <a:buNone/>
            </a:pPr>
            <a:r>
              <a:t/>
            </a:r>
            <a:endParaRPr b="1" sz="3600">
              <a:latin typeface="Cambria"/>
              <a:ea typeface="Cambria"/>
              <a:cs typeface="Cambria"/>
              <a:sym typeface="Cambria"/>
            </a:endParaRPr>
          </a:p>
          <a:p>
            <a:pPr indent="0" lvl="0" marL="0" rtl="0" algn="l">
              <a:lnSpc>
                <a:spcPct val="120005"/>
              </a:lnSpc>
              <a:spcBef>
                <a:spcPts val="0"/>
              </a:spcBef>
              <a:spcAft>
                <a:spcPts val="0"/>
              </a:spcAft>
              <a:buClr>
                <a:schemeClr val="dk1"/>
              </a:buClr>
              <a:buSzPts val="2400"/>
              <a:buNone/>
            </a:pPr>
            <a:r>
              <a:rPr i="1" lang="en-US" sz="3600" u="sng">
                <a:solidFill>
                  <a:srgbClr val="0000FF"/>
                </a:solidFill>
                <a:latin typeface="Cambria"/>
                <a:ea typeface="Cambria"/>
                <a:cs typeface="Cambria"/>
                <a:sym typeface="Cambria"/>
                <a:hlinkClick r:id="rId3">
                  <a:extLst>
                    <a:ext uri="{A12FA001-AC4F-418D-AE19-62706E023703}">
                      <ahyp:hlinkClr val="tx"/>
                    </a:ext>
                  </a:extLst>
                </a:hlinkClick>
              </a:rPr>
              <a:t>🔗 </a:t>
            </a:r>
            <a:r>
              <a:rPr i="1" lang="en-US" sz="3600" u="sng">
                <a:solidFill>
                  <a:srgbClr val="0000FF"/>
                </a:solidFill>
                <a:latin typeface="Cambria"/>
                <a:ea typeface="Cambria"/>
                <a:cs typeface="Cambria"/>
                <a:sym typeface="Cambria"/>
                <a:hlinkClick r:id="rId4">
                  <a:extLst>
                    <a:ext uri="{A12FA001-AC4F-418D-AE19-62706E023703}">
                      <ahyp:hlinkClr val="tx"/>
                    </a:ext>
                  </a:extLst>
                </a:hlinkClick>
              </a:rPr>
              <a:t>https://leetcode.com/problems/evaluate-reverse-polish-notation/</a:t>
            </a:r>
            <a:endParaRPr/>
          </a:p>
          <a:p>
            <a:pPr indent="0" lvl="0" marL="0" rtl="0" algn="l">
              <a:lnSpc>
                <a:spcPct val="120005"/>
              </a:lnSpc>
              <a:spcBef>
                <a:spcPts val="0"/>
              </a:spcBef>
              <a:spcAft>
                <a:spcPts val="0"/>
              </a:spcAft>
              <a:buClr>
                <a:schemeClr val="dk1"/>
              </a:buClr>
              <a:buSzPts val="2400"/>
              <a:buNone/>
            </a:pPr>
            <a:r>
              <a:t/>
            </a:r>
            <a:endParaRPr i="1" sz="3600" u="sng">
              <a:solidFill>
                <a:srgbClr val="0000FF"/>
              </a:solidFill>
              <a:latin typeface="Cambria"/>
              <a:ea typeface="Cambria"/>
              <a:cs typeface="Cambria"/>
              <a:sym typeface="Cambria"/>
              <a:hlinkClick r:id="rId5">
                <a:extLst>
                  <a:ext uri="{A12FA001-AC4F-418D-AE19-62706E023703}">
                    <ahyp:hlinkClr val="tx"/>
                  </a:ext>
                </a:extLst>
              </a:hlinkClick>
            </a:endParaRPr>
          </a:p>
          <a:p>
            <a:pPr indent="0" lvl="0" marL="0" rtl="0" algn="l">
              <a:lnSpc>
                <a:spcPct val="120005"/>
              </a:lnSpc>
              <a:spcBef>
                <a:spcPts val="0"/>
              </a:spcBef>
              <a:spcAft>
                <a:spcPts val="0"/>
              </a:spcAft>
              <a:buClr>
                <a:schemeClr val="dk1"/>
              </a:buClr>
              <a:buSzPts val="2400"/>
              <a:buFont typeface="Arial"/>
              <a:buNone/>
            </a:pPr>
            <a:r>
              <a:rPr b="1" lang="en-US" sz="3600">
                <a:solidFill>
                  <a:srgbClr val="002F74"/>
                </a:solidFill>
                <a:latin typeface="Cambria"/>
                <a:ea typeface="Cambria"/>
                <a:cs typeface="Cambria"/>
                <a:sym typeface="Cambria"/>
              </a:rPr>
              <a:t>Description:</a:t>
            </a:r>
            <a:r>
              <a:rPr lang="en-US" sz="3600">
                <a:latin typeface="Cambria"/>
                <a:ea typeface="Cambria"/>
                <a:cs typeface="Cambria"/>
                <a:sym typeface="Cambria"/>
              </a:rPr>
              <a:t> Given an array of strings tokens representing an expression in Reverse Polish Notation, evaluate the expression.</a:t>
            </a:r>
            <a:endParaRPr sz="3600">
              <a:latin typeface="Arial"/>
              <a:ea typeface="Arial"/>
              <a:cs typeface="Arial"/>
              <a:sym typeface="Arial"/>
            </a:endParaRPr>
          </a:p>
          <a:p>
            <a:pPr indent="0" lvl="0" marL="0" rtl="0" algn="l">
              <a:lnSpc>
                <a:spcPct val="120005"/>
              </a:lnSpc>
              <a:spcBef>
                <a:spcPts val="0"/>
              </a:spcBef>
              <a:spcAft>
                <a:spcPts val="0"/>
              </a:spcAft>
              <a:buClr>
                <a:schemeClr val="dk1"/>
              </a:buClr>
              <a:buSzPts val="2400"/>
              <a:buFont typeface="Arial"/>
              <a:buNone/>
            </a:pPr>
            <a:r>
              <a:rPr lang="en-US" sz="3600">
                <a:latin typeface="Cambria"/>
                <a:ea typeface="Cambria"/>
                <a:cs typeface="Cambria"/>
                <a:sym typeface="Cambria"/>
              </a:rPr>
              <a:t> Valid operators: +, -, *, /.</a:t>
            </a:r>
            <a:endParaRPr sz="3600">
              <a:latin typeface="Arial"/>
              <a:ea typeface="Arial"/>
              <a:cs typeface="Arial"/>
              <a:sym typeface="Arial"/>
            </a:endParaRPr>
          </a:p>
          <a:p>
            <a:pPr indent="0" lvl="0" marL="0" rtl="0" algn="l">
              <a:lnSpc>
                <a:spcPct val="120005"/>
              </a:lnSpc>
              <a:spcBef>
                <a:spcPts val="0"/>
              </a:spcBef>
              <a:spcAft>
                <a:spcPts val="0"/>
              </a:spcAft>
              <a:buClr>
                <a:schemeClr val="dk1"/>
              </a:buClr>
              <a:buSzPts val="2400"/>
              <a:buFont typeface="Arial"/>
              <a:buNone/>
            </a:pPr>
            <a:r>
              <a:t/>
            </a:r>
            <a:endParaRPr sz="3600">
              <a:latin typeface="Cambria"/>
              <a:ea typeface="Cambria"/>
              <a:cs typeface="Cambria"/>
              <a:sym typeface="Cambria"/>
            </a:endParaRPr>
          </a:p>
          <a:p>
            <a:pPr indent="0" lvl="0" marL="0" rtl="0" algn="l">
              <a:lnSpc>
                <a:spcPct val="120005"/>
              </a:lnSpc>
              <a:spcBef>
                <a:spcPts val="0"/>
              </a:spcBef>
              <a:spcAft>
                <a:spcPts val="0"/>
              </a:spcAft>
              <a:buClr>
                <a:schemeClr val="dk1"/>
              </a:buClr>
              <a:buSzPts val="2400"/>
              <a:buFont typeface="Arial"/>
              <a:buNone/>
            </a:pPr>
            <a:r>
              <a:rPr lang="en-US" sz="3600">
                <a:solidFill>
                  <a:srgbClr val="001C5D"/>
                </a:solidFill>
                <a:latin typeface="Cambria"/>
                <a:ea typeface="Cambria"/>
                <a:cs typeface="Cambria"/>
                <a:sym typeface="Cambria"/>
              </a:rPr>
              <a:t>Example Input:     </a:t>
            </a:r>
            <a:r>
              <a:rPr lang="en-US" sz="3600">
                <a:latin typeface="Cambria"/>
                <a:ea typeface="Cambria"/>
                <a:cs typeface="Cambria"/>
                <a:sym typeface="Cambria"/>
              </a:rPr>
              <a:t>["2","1","+","3","*"]</a:t>
            </a:r>
            <a:endParaRPr sz="3600">
              <a:latin typeface="Arial"/>
              <a:ea typeface="Arial"/>
              <a:cs typeface="Arial"/>
              <a:sym typeface="Arial"/>
            </a:endParaRPr>
          </a:p>
          <a:p>
            <a:pPr indent="0" lvl="0" marL="0" rtl="0" algn="l">
              <a:lnSpc>
                <a:spcPct val="120005"/>
              </a:lnSpc>
              <a:spcBef>
                <a:spcPts val="0"/>
              </a:spcBef>
              <a:spcAft>
                <a:spcPts val="0"/>
              </a:spcAft>
              <a:buClr>
                <a:schemeClr val="dk1"/>
              </a:buClr>
              <a:buSzPts val="2400"/>
              <a:buFont typeface="Arial"/>
              <a:buNone/>
            </a:pPr>
            <a:r>
              <a:rPr lang="en-US" sz="3600">
                <a:solidFill>
                  <a:srgbClr val="001C5D"/>
                </a:solidFill>
                <a:latin typeface="Cambria"/>
                <a:ea typeface="Cambria"/>
                <a:cs typeface="Cambria"/>
                <a:sym typeface="Cambria"/>
              </a:rPr>
              <a:t>Output:</a:t>
            </a:r>
            <a:r>
              <a:rPr lang="en-US" sz="3600">
                <a:latin typeface="Cambria"/>
                <a:ea typeface="Cambria"/>
                <a:cs typeface="Cambria"/>
                <a:sym typeface="Cambria"/>
              </a:rPr>
              <a:t> 9</a:t>
            </a:r>
            <a:endParaRPr sz="3600">
              <a:latin typeface="Cambria"/>
              <a:ea typeface="Cambria"/>
              <a:cs typeface="Cambria"/>
              <a:sym typeface="Cambria"/>
            </a:endParaRPr>
          </a:p>
          <a:p>
            <a:pPr indent="0" lvl="0" marL="0" rtl="0" algn="l">
              <a:lnSpc>
                <a:spcPct val="120005"/>
              </a:lnSpc>
              <a:spcBef>
                <a:spcPts val="0"/>
              </a:spcBef>
              <a:spcAft>
                <a:spcPts val="0"/>
              </a:spcAft>
              <a:buClr>
                <a:schemeClr val="dk1"/>
              </a:buClr>
              <a:buSzPts val="2400"/>
              <a:buFont typeface="Arial"/>
              <a:buNone/>
            </a:pPr>
            <a:r>
              <a:rPr lang="en-US" sz="3600">
                <a:latin typeface="Cambria"/>
                <a:ea typeface="Cambria"/>
                <a:cs typeface="Cambria"/>
                <a:sym typeface="Cambria"/>
              </a:rPr>
              <a:t>(Explanation: (2 + 1) * 3 = 9)</a:t>
            </a:r>
            <a:endParaRPr b="1" sz="3600">
              <a:latin typeface="Cambria"/>
              <a:ea typeface="Cambria"/>
              <a:cs typeface="Cambria"/>
              <a:sym typeface="Cambria"/>
            </a:endParaRPr>
          </a:p>
          <a:p>
            <a:pPr indent="0" lvl="0" marL="0" rtl="0" algn="just">
              <a:lnSpc>
                <a:spcPct val="90000"/>
              </a:lnSpc>
              <a:spcBef>
                <a:spcPts val="1500"/>
              </a:spcBef>
              <a:spcAft>
                <a:spcPts val="0"/>
              </a:spcAft>
              <a:buClr>
                <a:schemeClr val="dk1"/>
              </a:buClr>
              <a:buSzPts val="4200"/>
              <a:buNone/>
            </a:pPr>
            <a:r>
              <a:t/>
            </a:r>
            <a:endParaRPr sz="3600">
              <a:latin typeface="Cambria"/>
              <a:ea typeface="Cambria"/>
              <a:cs typeface="Cambria"/>
              <a:sym typeface="Cambria"/>
            </a:endParaRPr>
          </a:p>
        </p:txBody>
      </p:sp>
      <p:sp>
        <p:nvSpPr>
          <p:cNvPr id="284" name="Google Shape;284;g39dddbd7dcc_0_922"/>
          <p:cNvSpPr/>
          <p:nvPr/>
        </p:nvSpPr>
        <p:spPr>
          <a:xfrm>
            <a:off x="14987223" y="6"/>
            <a:ext cx="3217202" cy="1493287"/>
          </a:xfrm>
          <a:custGeom>
            <a:rect b="b" l="l" r="r" t="t"/>
            <a:pathLst>
              <a:path extrusionOk="0" h="1896237" w="4085336">
                <a:moveTo>
                  <a:pt x="0" y="0"/>
                </a:moveTo>
                <a:lnTo>
                  <a:pt x="4085336" y="0"/>
                </a:lnTo>
                <a:lnTo>
                  <a:pt x="4085336" y="1896237"/>
                </a:lnTo>
                <a:lnTo>
                  <a:pt x="0" y="1896237"/>
                </a:lnTo>
                <a:lnTo>
                  <a:pt x="0" y="0"/>
                </a:lnTo>
                <a:close/>
              </a:path>
            </a:pathLst>
          </a:custGeom>
          <a:blipFill rotWithShape="1">
            <a:blip r:embed="rId6">
              <a:alphaModFix/>
            </a:blip>
            <a:stretch>
              <a:fillRect b="0" l="0" r="0" t="0"/>
            </a:stretch>
          </a:blipFill>
          <a:ln>
            <a:noFill/>
          </a:ln>
        </p:spPr>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4"/>
          <p:cNvSpPr/>
          <p:nvPr/>
        </p:nvSpPr>
        <p:spPr>
          <a:xfrm>
            <a:off x="15157678" y="43434"/>
            <a:ext cx="3064002" cy="1422177"/>
          </a:xfrm>
          <a:custGeom>
            <a:rect b="b" l="l" r="r" t="t"/>
            <a:pathLst>
              <a:path extrusionOk="0" h="1896237" w="4085336">
                <a:moveTo>
                  <a:pt x="0" y="0"/>
                </a:moveTo>
                <a:lnTo>
                  <a:pt x="4085336" y="0"/>
                </a:lnTo>
                <a:lnTo>
                  <a:pt x="4085336" y="1896237"/>
                </a:lnTo>
                <a:lnTo>
                  <a:pt x="0" y="1896237"/>
                </a:lnTo>
                <a:lnTo>
                  <a:pt x="0" y="0"/>
                </a:lnTo>
                <a:close/>
              </a:path>
            </a:pathLst>
          </a:custGeom>
          <a:blipFill rotWithShape="1">
            <a:blip r:embed="rId3">
              <a:alphaModFix/>
            </a:blip>
            <a:stretch>
              <a:fillRect b="0" l="0" r="0" t="0"/>
            </a:stretch>
          </a:blipFill>
          <a:ln>
            <a:noFill/>
          </a:ln>
        </p:spPr>
      </p:sp>
      <p:sp>
        <p:nvSpPr>
          <p:cNvPr id="294" name="Google Shape;294;p14"/>
          <p:cNvSpPr txBox="1"/>
          <p:nvPr/>
        </p:nvSpPr>
        <p:spPr>
          <a:xfrm>
            <a:off x="1440000" y="1465604"/>
            <a:ext cx="15408000" cy="74625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Clr>
                <a:srgbClr val="000000"/>
              </a:buClr>
              <a:buSzPts val="2400"/>
              <a:buFont typeface="Arial"/>
              <a:buNone/>
            </a:pPr>
            <a:r>
              <a:rPr b="1" i="0" lang="en-US" sz="3600" u="none" cap="none" strike="noStrike">
                <a:solidFill>
                  <a:srgbClr val="000000"/>
                </a:solidFill>
                <a:latin typeface="Cambria"/>
                <a:ea typeface="Cambria"/>
                <a:cs typeface="Cambria"/>
                <a:sym typeface="Cambria"/>
              </a:rPr>
              <a:t>2. LeetCode 224 — Basic Calculator</a:t>
            </a:r>
            <a:endParaRPr b="0" i="0" sz="3600" u="none" cap="none" strike="noStrike">
              <a:solidFill>
                <a:srgbClr val="000000"/>
              </a:solidFill>
              <a:latin typeface="Arial"/>
              <a:ea typeface="Arial"/>
              <a:cs typeface="Arial"/>
              <a:sym typeface="Arial"/>
            </a:endParaRPr>
          </a:p>
          <a:p>
            <a:pPr indent="0" lvl="0" marL="0" marR="0" rtl="0" algn="l">
              <a:lnSpc>
                <a:spcPct val="120005"/>
              </a:lnSpc>
              <a:spcBef>
                <a:spcPts val="0"/>
              </a:spcBef>
              <a:spcAft>
                <a:spcPts val="0"/>
              </a:spcAft>
              <a:buClr>
                <a:srgbClr val="000000"/>
              </a:buClr>
              <a:buSzPts val="2400"/>
              <a:buFont typeface="Arial"/>
              <a:buNone/>
            </a:pPr>
            <a:r>
              <a:t/>
            </a:r>
            <a:endParaRPr b="1" i="0" sz="3600" u="none" cap="none" strike="noStrike">
              <a:solidFill>
                <a:srgbClr val="000000"/>
              </a:solidFill>
              <a:latin typeface="Cambria"/>
              <a:ea typeface="Cambria"/>
              <a:cs typeface="Cambria"/>
              <a:sym typeface="Cambria"/>
            </a:endParaRPr>
          </a:p>
          <a:p>
            <a:pPr indent="0" lvl="0" marL="0" marR="0" rtl="0" algn="l">
              <a:lnSpc>
                <a:spcPct val="120005"/>
              </a:lnSpc>
              <a:spcBef>
                <a:spcPts val="0"/>
              </a:spcBef>
              <a:spcAft>
                <a:spcPts val="0"/>
              </a:spcAft>
              <a:buClr>
                <a:srgbClr val="000000"/>
              </a:buClr>
              <a:buSzPts val="2400"/>
              <a:buFont typeface="Arial"/>
              <a:buNone/>
            </a:pPr>
            <a:r>
              <a:rPr b="0" i="1" lang="en-US" sz="3600" u="sng" cap="none" strike="noStrike">
                <a:solidFill>
                  <a:schemeClr val="hlink"/>
                </a:solidFill>
                <a:latin typeface="Cambria"/>
                <a:ea typeface="Cambria"/>
                <a:cs typeface="Cambria"/>
                <a:sym typeface="Cambria"/>
                <a:hlinkClick r:id="rId4"/>
              </a:rPr>
              <a:t>🔗 https://leetcode.com/problems/basic-calculator/</a:t>
            </a:r>
            <a:endParaRPr b="0" i="0" sz="3600" u="none" cap="none" strike="noStrike">
              <a:solidFill>
                <a:srgbClr val="000000"/>
              </a:solidFill>
              <a:latin typeface="Arial"/>
              <a:ea typeface="Arial"/>
              <a:cs typeface="Arial"/>
              <a:sym typeface="Arial"/>
            </a:endParaRPr>
          </a:p>
          <a:p>
            <a:pPr indent="0" lvl="0" marL="0" marR="0" rtl="0" algn="l">
              <a:lnSpc>
                <a:spcPct val="120005"/>
              </a:lnSpc>
              <a:spcBef>
                <a:spcPts val="0"/>
              </a:spcBef>
              <a:spcAft>
                <a:spcPts val="0"/>
              </a:spcAft>
              <a:buClr>
                <a:srgbClr val="000000"/>
              </a:buClr>
              <a:buSzPts val="2400"/>
              <a:buFont typeface="Arial"/>
              <a:buNone/>
            </a:pPr>
            <a:r>
              <a:t/>
            </a:r>
            <a:endParaRPr b="0" i="1" sz="3600" u="sng" cap="none" strike="noStrike">
              <a:solidFill>
                <a:schemeClr val="hlink"/>
              </a:solidFill>
              <a:latin typeface="Cambria"/>
              <a:ea typeface="Cambria"/>
              <a:cs typeface="Cambria"/>
              <a:sym typeface="Cambria"/>
              <a:hlinkClick r:id="rId5"/>
            </a:endParaRPr>
          </a:p>
          <a:p>
            <a:pPr indent="0" lvl="0" marL="0" marR="0" rtl="0" algn="l">
              <a:lnSpc>
                <a:spcPct val="120005"/>
              </a:lnSpc>
              <a:spcBef>
                <a:spcPts val="0"/>
              </a:spcBef>
              <a:spcAft>
                <a:spcPts val="0"/>
              </a:spcAft>
              <a:buClr>
                <a:srgbClr val="000000"/>
              </a:buClr>
              <a:buSzPts val="2400"/>
              <a:buFont typeface="Arial"/>
              <a:buNone/>
            </a:pPr>
            <a:r>
              <a:rPr b="0" i="0" lang="en-US" sz="3600" u="none" cap="none" strike="noStrike">
                <a:solidFill>
                  <a:srgbClr val="002F74"/>
                </a:solidFill>
                <a:latin typeface="Cambria"/>
                <a:ea typeface="Cambria"/>
                <a:cs typeface="Cambria"/>
                <a:sym typeface="Cambria"/>
              </a:rPr>
              <a:t>Description:</a:t>
            </a:r>
            <a:r>
              <a:rPr b="0" i="0" lang="en-US" sz="3600" u="none" cap="none" strike="noStrike">
                <a:solidFill>
                  <a:srgbClr val="000000"/>
                </a:solidFill>
                <a:latin typeface="Cambria"/>
                <a:ea typeface="Cambria"/>
                <a:cs typeface="Cambria"/>
                <a:sym typeface="Cambria"/>
              </a:rPr>
              <a:t> Implement a basic calculator to evaluate a simple expression string containing +, -, (, ), and spaces.</a:t>
            </a:r>
            <a:endParaRPr b="0" i="0" sz="3600" u="none" cap="none" strike="noStrike">
              <a:solidFill>
                <a:srgbClr val="000000"/>
              </a:solidFill>
              <a:latin typeface="Arial"/>
              <a:ea typeface="Arial"/>
              <a:cs typeface="Arial"/>
              <a:sym typeface="Arial"/>
            </a:endParaRPr>
          </a:p>
          <a:p>
            <a:pPr indent="0" lvl="0" marL="0" marR="0" rtl="0" algn="l">
              <a:lnSpc>
                <a:spcPct val="120005"/>
              </a:lnSpc>
              <a:spcBef>
                <a:spcPts val="0"/>
              </a:spcBef>
              <a:spcAft>
                <a:spcPts val="0"/>
              </a:spcAft>
              <a:buClr>
                <a:srgbClr val="000000"/>
              </a:buClr>
              <a:buSzPts val="2400"/>
              <a:buFont typeface="Arial"/>
              <a:buNone/>
            </a:pPr>
            <a:r>
              <a:rPr b="0" i="0" lang="en-US" sz="3600" u="none" cap="none" strike="noStrike">
                <a:solidFill>
                  <a:srgbClr val="000000"/>
                </a:solidFill>
                <a:latin typeface="Cambria"/>
                <a:ea typeface="Cambria"/>
                <a:cs typeface="Cambria"/>
                <a:sym typeface="Cambria"/>
              </a:rPr>
              <a:t> Use stack to handle parentheses and operator precedence.</a:t>
            </a:r>
            <a:endParaRPr b="0" i="0" sz="3600" u="none" cap="none" strike="noStrike">
              <a:solidFill>
                <a:srgbClr val="000000"/>
              </a:solidFill>
              <a:latin typeface="Arial"/>
              <a:ea typeface="Arial"/>
              <a:cs typeface="Arial"/>
              <a:sym typeface="Arial"/>
            </a:endParaRPr>
          </a:p>
          <a:p>
            <a:pPr indent="0" lvl="0" marL="0" marR="0" rtl="0" algn="l">
              <a:lnSpc>
                <a:spcPct val="120005"/>
              </a:lnSpc>
              <a:spcBef>
                <a:spcPts val="0"/>
              </a:spcBef>
              <a:spcAft>
                <a:spcPts val="0"/>
              </a:spcAft>
              <a:buClr>
                <a:srgbClr val="000000"/>
              </a:buClr>
              <a:buSzPts val="2400"/>
              <a:buFont typeface="Arial"/>
              <a:buNone/>
            </a:pPr>
            <a:r>
              <a:t/>
            </a:r>
            <a:endParaRPr b="0" i="0" sz="3600" u="none" cap="none" strike="noStrike">
              <a:solidFill>
                <a:srgbClr val="000000"/>
              </a:solidFill>
              <a:latin typeface="Cambria"/>
              <a:ea typeface="Cambria"/>
              <a:cs typeface="Cambria"/>
              <a:sym typeface="Cambria"/>
            </a:endParaRPr>
          </a:p>
          <a:p>
            <a:pPr indent="0" lvl="0" marL="0" marR="0" rtl="0" algn="l">
              <a:lnSpc>
                <a:spcPct val="120005"/>
              </a:lnSpc>
              <a:spcBef>
                <a:spcPts val="0"/>
              </a:spcBef>
              <a:spcAft>
                <a:spcPts val="0"/>
              </a:spcAft>
              <a:buClr>
                <a:srgbClr val="000000"/>
              </a:buClr>
              <a:buSzPts val="2400"/>
              <a:buFont typeface="Arial"/>
              <a:buNone/>
            </a:pPr>
            <a:r>
              <a:rPr b="0" i="0" lang="en-US" sz="3600" u="none" cap="none" strike="noStrike">
                <a:solidFill>
                  <a:srgbClr val="001C5D"/>
                </a:solidFill>
                <a:latin typeface="Cambria"/>
                <a:ea typeface="Cambria"/>
                <a:cs typeface="Cambria"/>
                <a:sym typeface="Cambria"/>
              </a:rPr>
              <a:t>Example Input:       </a:t>
            </a:r>
            <a:r>
              <a:rPr b="0" i="0" lang="en-US" sz="3600" u="none" cap="none" strike="noStrike">
                <a:solidFill>
                  <a:srgbClr val="000000"/>
                </a:solidFill>
                <a:latin typeface="Cambria"/>
                <a:ea typeface="Cambria"/>
                <a:cs typeface="Cambria"/>
                <a:sym typeface="Cambria"/>
              </a:rPr>
              <a:t>"(1+(4+5+2)-3)+(6+8)"</a:t>
            </a:r>
            <a:endParaRPr b="0" i="0" sz="3600" u="none" cap="none" strike="noStrike">
              <a:solidFill>
                <a:srgbClr val="000000"/>
              </a:solidFill>
              <a:latin typeface="Arial"/>
              <a:ea typeface="Arial"/>
              <a:cs typeface="Arial"/>
              <a:sym typeface="Arial"/>
            </a:endParaRPr>
          </a:p>
          <a:p>
            <a:pPr indent="0" lvl="0" marL="0" marR="0" rtl="0" algn="l">
              <a:lnSpc>
                <a:spcPct val="120005"/>
              </a:lnSpc>
              <a:spcBef>
                <a:spcPts val="0"/>
              </a:spcBef>
              <a:spcAft>
                <a:spcPts val="0"/>
              </a:spcAft>
              <a:buClr>
                <a:srgbClr val="000000"/>
              </a:buClr>
              <a:buSzPts val="2400"/>
              <a:buFont typeface="Arial"/>
              <a:buNone/>
            </a:pPr>
            <a:r>
              <a:rPr b="0" i="0" lang="en-US" sz="3600" u="none" cap="none" strike="noStrike">
                <a:solidFill>
                  <a:srgbClr val="001C5D"/>
                </a:solidFill>
                <a:latin typeface="Cambria"/>
                <a:ea typeface="Cambria"/>
                <a:cs typeface="Cambria"/>
                <a:sym typeface="Cambria"/>
              </a:rPr>
              <a:t>Output:</a:t>
            </a:r>
            <a:r>
              <a:rPr b="0" i="0" lang="en-US" sz="3600" u="none" cap="none" strike="noStrike">
                <a:solidFill>
                  <a:srgbClr val="000000"/>
                </a:solidFill>
                <a:latin typeface="Cambria"/>
                <a:ea typeface="Cambria"/>
                <a:cs typeface="Cambria"/>
                <a:sym typeface="Cambria"/>
              </a:rPr>
              <a:t> 23</a:t>
            </a:r>
            <a:endParaRPr b="0" i="0" sz="3600" u="none" cap="none" strike="noStrike">
              <a:solidFill>
                <a:srgbClr val="000000"/>
              </a:solidFill>
              <a:latin typeface="Arial"/>
              <a:ea typeface="Arial"/>
              <a:cs typeface="Arial"/>
              <a:sym typeface="Arial"/>
            </a:endParaRPr>
          </a:p>
          <a:p>
            <a:pPr indent="0" lvl="0" marL="0" marR="0" rtl="0" algn="l">
              <a:lnSpc>
                <a:spcPct val="120005"/>
              </a:lnSpc>
              <a:spcBef>
                <a:spcPts val="0"/>
              </a:spcBef>
              <a:spcAft>
                <a:spcPts val="0"/>
              </a:spcAft>
              <a:buClr>
                <a:srgbClr val="000000"/>
              </a:buClr>
              <a:buSzPts val="2400"/>
              <a:buFont typeface="Arial"/>
              <a:buNone/>
            </a:pPr>
            <a:r>
              <a:t/>
            </a:r>
            <a:endParaRPr b="0" i="0" sz="2400" u="none" cap="none" strike="noStrike">
              <a:solidFill>
                <a:srgbClr val="000000"/>
              </a:solidFill>
              <a:latin typeface="Cambria"/>
              <a:ea typeface="Cambria"/>
              <a:cs typeface="Cambria"/>
              <a:sym typeface="Cambria"/>
            </a:endParaRPr>
          </a:p>
          <a:p>
            <a:pPr indent="0" lvl="0" marL="0" marR="0" rtl="0" algn="l">
              <a:lnSpc>
                <a:spcPct val="120005"/>
              </a:lnSpc>
              <a:spcBef>
                <a:spcPts val="0"/>
              </a:spcBef>
              <a:spcAft>
                <a:spcPts val="0"/>
              </a:spcAft>
              <a:buClr>
                <a:srgbClr val="000000"/>
              </a:buClr>
              <a:buSzPts val="2400"/>
              <a:buFont typeface="Arial"/>
              <a:buNone/>
            </a:pPr>
            <a:r>
              <a:t/>
            </a:r>
            <a:endParaRPr b="0" i="0" sz="2400" u="none" cap="none" strike="noStrike">
              <a:solidFill>
                <a:srgbClr val="000000"/>
              </a:solidFill>
              <a:latin typeface="Cambria"/>
              <a:ea typeface="Cambria"/>
              <a:cs typeface="Cambria"/>
              <a:sym typeface="Cambri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16"/>
          <p:cNvSpPr/>
          <p:nvPr/>
        </p:nvSpPr>
        <p:spPr>
          <a:xfrm>
            <a:off x="15157678" y="43434"/>
            <a:ext cx="3064002" cy="1422177"/>
          </a:xfrm>
          <a:custGeom>
            <a:rect b="b" l="l" r="r" t="t"/>
            <a:pathLst>
              <a:path extrusionOk="0" h="1896237" w="4085336">
                <a:moveTo>
                  <a:pt x="0" y="0"/>
                </a:moveTo>
                <a:lnTo>
                  <a:pt x="4085336" y="0"/>
                </a:lnTo>
                <a:lnTo>
                  <a:pt x="4085336" y="1896237"/>
                </a:lnTo>
                <a:lnTo>
                  <a:pt x="0" y="1896237"/>
                </a:lnTo>
                <a:lnTo>
                  <a:pt x="0" y="0"/>
                </a:lnTo>
                <a:close/>
              </a:path>
            </a:pathLst>
          </a:custGeom>
          <a:blipFill rotWithShape="1">
            <a:blip r:embed="rId3">
              <a:alphaModFix/>
            </a:blip>
            <a:stretch>
              <a:fillRect b="0" l="0" r="0" t="0"/>
            </a:stretch>
          </a:blipFill>
          <a:ln>
            <a:noFill/>
          </a:ln>
        </p:spPr>
      </p:sp>
      <p:sp>
        <p:nvSpPr>
          <p:cNvPr id="304" name="Google Shape;304;p16"/>
          <p:cNvSpPr txBox="1"/>
          <p:nvPr/>
        </p:nvSpPr>
        <p:spPr>
          <a:xfrm>
            <a:off x="1440000" y="1414971"/>
            <a:ext cx="15408000" cy="78501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Clr>
                <a:schemeClr val="dk1"/>
              </a:buClr>
              <a:buSzPts val="1100"/>
              <a:buFont typeface="Arial"/>
              <a:buNone/>
            </a:pPr>
            <a:r>
              <a:rPr b="1" lang="en-US" sz="3600">
                <a:solidFill>
                  <a:schemeClr val="dk1"/>
                </a:solidFill>
                <a:latin typeface="Cambria"/>
                <a:ea typeface="Cambria"/>
                <a:cs typeface="Cambria"/>
                <a:sym typeface="Cambria"/>
              </a:rPr>
              <a:t>3.  LeetCode 394 — Decode String</a:t>
            </a:r>
            <a:endParaRPr b="1" sz="3600">
              <a:solidFill>
                <a:schemeClr val="dk1"/>
              </a:solidFill>
              <a:latin typeface="Cambria"/>
              <a:ea typeface="Cambria"/>
              <a:cs typeface="Cambria"/>
              <a:sym typeface="Cambria"/>
            </a:endParaRPr>
          </a:p>
          <a:p>
            <a:pPr indent="0" lvl="0" marL="0" rtl="0" algn="l">
              <a:lnSpc>
                <a:spcPct val="115000"/>
              </a:lnSpc>
              <a:spcBef>
                <a:spcPts val="1200"/>
              </a:spcBef>
              <a:spcAft>
                <a:spcPts val="0"/>
              </a:spcAft>
              <a:buClr>
                <a:schemeClr val="dk1"/>
              </a:buClr>
              <a:buSzPts val="1100"/>
              <a:buFont typeface="Arial"/>
              <a:buNone/>
            </a:pPr>
            <a:r>
              <a:rPr lang="en-US" sz="3600">
                <a:solidFill>
                  <a:schemeClr val="dk1"/>
                </a:solidFill>
                <a:latin typeface="Cambria"/>
                <a:ea typeface="Cambria"/>
                <a:cs typeface="Cambria"/>
                <a:sym typeface="Cambria"/>
              </a:rPr>
              <a:t>🔗</a:t>
            </a:r>
            <a:r>
              <a:rPr lang="en-US" sz="3600">
                <a:solidFill>
                  <a:schemeClr val="dk1"/>
                </a:solidFill>
                <a:uFill>
                  <a:noFill/>
                </a:uFill>
                <a:latin typeface="Cambria"/>
                <a:ea typeface="Cambria"/>
                <a:cs typeface="Cambria"/>
                <a:sym typeface="Cambria"/>
                <a:hlinkClick r:id="rId4">
                  <a:extLst>
                    <a:ext uri="{A12FA001-AC4F-418D-AE19-62706E023703}">
                      <ahyp:hlinkClr val="tx"/>
                    </a:ext>
                  </a:extLst>
                </a:hlinkClick>
              </a:rPr>
              <a:t> </a:t>
            </a:r>
            <a:r>
              <a:rPr lang="en-US" sz="3600" u="sng">
                <a:solidFill>
                  <a:schemeClr val="hlink"/>
                </a:solidFill>
                <a:latin typeface="Cambria"/>
                <a:ea typeface="Cambria"/>
                <a:cs typeface="Cambria"/>
                <a:sym typeface="Cambria"/>
                <a:hlinkClick r:id="rId5"/>
              </a:rPr>
              <a:t>https://leetcode.com/problems/decode-string/</a:t>
            </a:r>
            <a:endParaRPr sz="3600" u="sng">
              <a:solidFill>
                <a:schemeClr val="hlink"/>
              </a:solidFill>
              <a:latin typeface="Cambria"/>
              <a:ea typeface="Cambria"/>
              <a:cs typeface="Cambria"/>
              <a:sym typeface="Cambria"/>
            </a:endParaRPr>
          </a:p>
          <a:p>
            <a:pPr indent="0" lvl="0" marL="0" rtl="0" algn="l">
              <a:lnSpc>
                <a:spcPct val="115000"/>
              </a:lnSpc>
              <a:spcBef>
                <a:spcPts val="1200"/>
              </a:spcBef>
              <a:spcAft>
                <a:spcPts val="0"/>
              </a:spcAft>
              <a:buClr>
                <a:schemeClr val="dk1"/>
              </a:buClr>
              <a:buSzPts val="1100"/>
              <a:buFont typeface="Arial"/>
              <a:buNone/>
            </a:pPr>
            <a:r>
              <a:rPr b="1" lang="en-US" sz="3600">
                <a:solidFill>
                  <a:schemeClr val="dk1"/>
                </a:solidFill>
                <a:latin typeface="Cambria"/>
                <a:ea typeface="Cambria"/>
                <a:cs typeface="Cambria"/>
                <a:sym typeface="Cambria"/>
              </a:rPr>
              <a:t>Description:</a:t>
            </a:r>
            <a:br>
              <a:rPr b="1" lang="en-US" sz="3600">
                <a:solidFill>
                  <a:schemeClr val="dk1"/>
                </a:solidFill>
                <a:latin typeface="Cambria"/>
                <a:ea typeface="Cambria"/>
                <a:cs typeface="Cambria"/>
                <a:sym typeface="Cambria"/>
              </a:rPr>
            </a:br>
            <a:r>
              <a:rPr lang="en-US" sz="3600">
                <a:solidFill>
                  <a:schemeClr val="dk1"/>
                </a:solidFill>
                <a:latin typeface="Cambria"/>
                <a:ea typeface="Cambria"/>
                <a:cs typeface="Cambria"/>
                <a:sym typeface="Cambria"/>
              </a:rPr>
              <a:t>Decodes a </a:t>
            </a:r>
            <a:r>
              <a:rPr b="1" lang="en-US" sz="3600">
                <a:solidFill>
                  <a:schemeClr val="dk1"/>
                </a:solidFill>
                <a:latin typeface="Cambria"/>
                <a:ea typeface="Cambria"/>
                <a:cs typeface="Cambria"/>
                <a:sym typeface="Cambria"/>
              </a:rPr>
              <a:t>nested encoded string</a:t>
            </a:r>
            <a:r>
              <a:rPr lang="en-US" sz="3600">
                <a:solidFill>
                  <a:schemeClr val="dk1"/>
                </a:solidFill>
                <a:latin typeface="Cambria"/>
                <a:ea typeface="Cambria"/>
                <a:cs typeface="Cambria"/>
                <a:sym typeface="Cambria"/>
              </a:rPr>
              <a:t> using Stack for parsing expressions.</a:t>
            </a:r>
            <a:endParaRPr sz="3600">
              <a:solidFill>
                <a:schemeClr val="dk1"/>
              </a:solidFill>
              <a:latin typeface="Cambria"/>
              <a:ea typeface="Cambria"/>
              <a:cs typeface="Cambria"/>
              <a:sym typeface="Cambria"/>
            </a:endParaRPr>
          </a:p>
          <a:p>
            <a:pPr indent="0" lvl="0" marL="0" rtl="0" algn="l">
              <a:lnSpc>
                <a:spcPct val="115000"/>
              </a:lnSpc>
              <a:spcBef>
                <a:spcPts val="1200"/>
              </a:spcBef>
              <a:spcAft>
                <a:spcPts val="0"/>
              </a:spcAft>
              <a:buClr>
                <a:schemeClr val="dk1"/>
              </a:buClr>
              <a:buSzPts val="1100"/>
              <a:buFont typeface="Arial"/>
              <a:buNone/>
            </a:pPr>
            <a:r>
              <a:rPr b="1" lang="en-US" sz="3600">
                <a:solidFill>
                  <a:schemeClr val="dk1"/>
                </a:solidFill>
                <a:latin typeface="Cambria"/>
                <a:ea typeface="Cambria"/>
                <a:cs typeface="Cambria"/>
                <a:sym typeface="Cambria"/>
              </a:rPr>
              <a:t>Stack Usage:</a:t>
            </a:r>
            <a:endParaRPr b="1" sz="3600">
              <a:solidFill>
                <a:schemeClr val="dk1"/>
              </a:solidFill>
              <a:latin typeface="Cambria"/>
              <a:ea typeface="Cambria"/>
              <a:cs typeface="Cambria"/>
              <a:sym typeface="Cambria"/>
            </a:endParaRPr>
          </a:p>
          <a:p>
            <a:pPr indent="-457200" lvl="0" marL="457200" rtl="0" algn="l">
              <a:lnSpc>
                <a:spcPct val="115000"/>
              </a:lnSpc>
              <a:spcBef>
                <a:spcPts val="1200"/>
              </a:spcBef>
              <a:spcAft>
                <a:spcPts val="0"/>
              </a:spcAft>
              <a:buClr>
                <a:schemeClr val="dk1"/>
              </a:buClr>
              <a:buSzPts val="3600"/>
              <a:buFont typeface="Cambria"/>
              <a:buChar char="●"/>
            </a:pPr>
            <a:r>
              <a:rPr lang="en-US" sz="3600">
                <a:solidFill>
                  <a:schemeClr val="dk1"/>
                </a:solidFill>
                <a:latin typeface="Cambria"/>
                <a:ea typeface="Cambria"/>
                <a:cs typeface="Cambria"/>
                <a:sym typeface="Cambria"/>
              </a:rPr>
              <a:t>Stack for previous strings</a:t>
            </a:r>
            <a:endParaRPr sz="3600">
              <a:solidFill>
                <a:schemeClr val="dk1"/>
              </a:solidFill>
              <a:latin typeface="Cambria"/>
              <a:ea typeface="Cambria"/>
              <a:cs typeface="Cambria"/>
              <a:sym typeface="Cambria"/>
            </a:endParaRPr>
          </a:p>
          <a:p>
            <a:pPr indent="-457200" lvl="0" marL="457200" rtl="0" algn="l">
              <a:lnSpc>
                <a:spcPct val="115000"/>
              </a:lnSpc>
              <a:spcBef>
                <a:spcPts val="0"/>
              </a:spcBef>
              <a:spcAft>
                <a:spcPts val="0"/>
              </a:spcAft>
              <a:buClr>
                <a:schemeClr val="dk1"/>
              </a:buClr>
              <a:buSzPts val="3600"/>
              <a:buFont typeface="Cambria"/>
              <a:buChar char="●"/>
            </a:pPr>
            <a:r>
              <a:rPr lang="en-US" sz="3600">
                <a:solidFill>
                  <a:schemeClr val="dk1"/>
                </a:solidFill>
                <a:latin typeface="Cambria"/>
                <a:ea typeface="Cambria"/>
                <a:cs typeface="Cambria"/>
                <a:sym typeface="Cambria"/>
              </a:rPr>
              <a:t>Stack for repeat counts</a:t>
            </a:r>
            <a:endParaRPr sz="3600">
              <a:solidFill>
                <a:schemeClr val="dk1"/>
              </a:solidFill>
              <a:latin typeface="Cambria"/>
              <a:ea typeface="Cambria"/>
              <a:cs typeface="Cambria"/>
              <a:sym typeface="Cambria"/>
            </a:endParaRPr>
          </a:p>
          <a:p>
            <a:pPr indent="0" lvl="0" marL="0" rtl="0" algn="l">
              <a:lnSpc>
                <a:spcPct val="115000"/>
              </a:lnSpc>
              <a:spcBef>
                <a:spcPts val="1200"/>
              </a:spcBef>
              <a:spcAft>
                <a:spcPts val="0"/>
              </a:spcAft>
              <a:buClr>
                <a:schemeClr val="dk1"/>
              </a:buClr>
              <a:buSzPts val="1100"/>
              <a:buFont typeface="Arial"/>
              <a:buNone/>
            </a:pPr>
            <a:r>
              <a:rPr b="1" lang="en-US" sz="3600">
                <a:solidFill>
                  <a:schemeClr val="dk1"/>
                </a:solidFill>
                <a:latin typeface="Cambria"/>
                <a:ea typeface="Cambria"/>
                <a:cs typeface="Cambria"/>
                <a:sym typeface="Cambria"/>
              </a:rPr>
              <a:t>Example:</a:t>
            </a:r>
            <a:br>
              <a:rPr b="1" lang="en-US" sz="3600">
                <a:solidFill>
                  <a:schemeClr val="dk1"/>
                </a:solidFill>
                <a:latin typeface="Cambria"/>
                <a:ea typeface="Cambria"/>
                <a:cs typeface="Cambria"/>
                <a:sym typeface="Cambria"/>
              </a:rPr>
            </a:br>
            <a:r>
              <a:rPr lang="en-US" sz="3600">
                <a:solidFill>
                  <a:schemeClr val="dk1"/>
                </a:solidFill>
                <a:latin typeface="Cambria"/>
                <a:ea typeface="Cambria"/>
                <a:cs typeface="Cambria"/>
                <a:sym typeface="Cambria"/>
              </a:rPr>
              <a:t>Input: </a:t>
            </a:r>
            <a:r>
              <a:rPr lang="en-US" sz="3600">
                <a:solidFill>
                  <a:srgbClr val="188038"/>
                </a:solidFill>
                <a:latin typeface="Cambria"/>
                <a:ea typeface="Cambria"/>
                <a:cs typeface="Cambria"/>
                <a:sym typeface="Cambria"/>
              </a:rPr>
              <a:t>"3[a2[c]]"</a:t>
            </a:r>
            <a:br>
              <a:rPr lang="en-US" sz="3600">
                <a:solidFill>
                  <a:srgbClr val="188038"/>
                </a:solidFill>
                <a:latin typeface="Cambria"/>
                <a:ea typeface="Cambria"/>
                <a:cs typeface="Cambria"/>
                <a:sym typeface="Cambria"/>
              </a:rPr>
            </a:br>
            <a:r>
              <a:rPr lang="en-US" sz="3600">
                <a:solidFill>
                  <a:schemeClr val="dk1"/>
                </a:solidFill>
                <a:latin typeface="Cambria"/>
                <a:ea typeface="Cambria"/>
                <a:cs typeface="Cambria"/>
                <a:sym typeface="Cambria"/>
              </a:rPr>
              <a:t>Output: </a:t>
            </a:r>
            <a:r>
              <a:rPr lang="en-US" sz="3600">
                <a:solidFill>
                  <a:srgbClr val="188038"/>
                </a:solidFill>
                <a:latin typeface="Cambria"/>
                <a:ea typeface="Cambria"/>
                <a:cs typeface="Cambria"/>
                <a:sym typeface="Cambria"/>
              </a:rPr>
              <a:t>"accaccacc"</a:t>
            </a:r>
            <a:endParaRPr sz="3600">
              <a:solidFill>
                <a:srgbClr val="188038"/>
              </a:solidFill>
              <a:latin typeface="Cambria"/>
              <a:ea typeface="Cambria"/>
              <a:cs typeface="Cambria"/>
              <a:sym typeface="Cambria"/>
            </a:endParaRPr>
          </a:p>
          <a:p>
            <a:pPr indent="0" lvl="0" marL="0" marR="0" rtl="0" algn="l">
              <a:lnSpc>
                <a:spcPct val="120005"/>
              </a:lnSpc>
              <a:spcBef>
                <a:spcPts val="1200"/>
              </a:spcBef>
              <a:spcAft>
                <a:spcPts val="0"/>
              </a:spcAft>
              <a:buClr>
                <a:srgbClr val="000000"/>
              </a:buClr>
              <a:buSzPts val="2400"/>
              <a:buFont typeface="Arial"/>
              <a:buNone/>
            </a:pPr>
            <a:r>
              <a:t/>
            </a:r>
            <a:endParaRPr sz="3600">
              <a:latin typeface="Cambria"/>
              <a:ea typeface="Cambria"/>
              <a:cs typeface="Cambria"/>
              <a:sym typeface="Cambri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18"/>
          <p:cNvSpPr txBox="1"/>
          <p:nvPr/>
        </p:nvSpPr>
        <p:spPr>
          <a:xfrm>
            <a:off x="4791113" y="5817216"/>
            <a:ext cx="8896200" cy="984300"/>
          </a:xfrm>
          <a:prstGeom prst="rect">
            <a:avLst/>
          </a:prstGeom>
          <a:noFill/>
          <a:ln>
            <a:noFill/>
          </a:ln>
        </p:spPr>
        <p:txBody>
          <a:bodyPr anchorCtr="0" anchor="b" bIns="0" lIns="0" spcFirstLastPara="1" rIns="0" wrap="square" tIns="0">
            <a:noAutofit/>
          </a:bodyPr>
          <a:lstStyle/>
          <a:p>
            <a:pPr indent="0" lvl="0" marL="0" marR="0" rtl="0" algn="ctr">
              <a:lnSpc>
                <a:spcPct val="120000"/>
              </a:lnSpc>
              <a:spcBef>
                <a:spcPts val="0"/>
              </a:spcBef>
              <a:spcAft>
                <a:spcPts val="0"/>
              </a:spcAft>
              <a:buClr>
                <a:srgbClr val="000000"/>
              </a:buClr>
              <a:buSzPts val="6000"/>
              <a:buFont typeface="Arial"/>
              <a:buNone/>
            </a:pPr>
            <a:r>
              <a:rPr b="1" i="0" lang="en-US" sz="6000" u="none" cap="none" strike="noStrike">
                <a:solidFill>
                  <a:srgbClr val="000000"/>
                </a:solidFill>
                <a:latin typeface="Cambria"/>
                <a:ea typeface="Cambria"/>
                <a:cs typeface="Cambria"/>
                <a:sym typeface="Cambria"/>
              </a:rPr>
              <a:t>THANKS!</a:t>
            </a:r>
            <a:endParaRPr b="0" i="0" sz="6000" u="none" cap="none" strike="noStrike">
              <a:solidFill>
                <a:srgbClr val="000000"/>
              </a:solidFill>
              <a:latin typeface="Arial"/>
              <a:ea typeface="Arial"/>
              <a:cs typeface="Arial"/>
              <a:sym typeface="Arial"/>
            </a:endParaRPr>
          </a:p>
        </p:txBody>
      </p:sp>
      <p:sp>
        <p:nvSpPr>
          <p:cNvPr id="314" name="Google Shape;314;p18"/>
          <p:cNvSpPr/>
          <p:nvPr/>
        </p:nvSpPr>
        <p:spPr>
          <a:xfrm>
            <a:off x="6185416" y="3485479"/>
            <a:ext cx="6050518" cy="1517789"/>
          </a:xfrm>
          <a:custGeom>
            <a:rect b="b" l="l" r="r" t="t"/>
            <a:pathLst>
              <a:path extrusionOk="0" h="1517789" w="6050518">
                <a:moveTo>
                  <a:pt x="0" y="0"/>
                </a:moveTo>
                <a:lnTo>
                  <a:pt x="6050518" y="0"/>
                </a:lnTo>
                <a:lnTo>
                  <a:pt x="6050518" y="1517788"/>
                </a:lnTo>
                <a:lnTo>
                  <a:pt x="0" y="1517788"/>
                </a:lnTo>
                <a:lnTo>
                  <a:pt x="0" y="0"/>
                </a:lnTo>
                <a:close/>
              </a:path>
            </a:pathLst>
          </a:custGeom>
          <a:blipFill rotWithShape="1">
            <a:blip r:embed="rId3">
              <a:alphaModFix/>
            </a:blip>
            <a:stretch>
              <a:fillRect b="-5642" l="0" r="0" t="-4636"/>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Prakash K. P.</dc:creator>
</cp:coreProperties>
</file>