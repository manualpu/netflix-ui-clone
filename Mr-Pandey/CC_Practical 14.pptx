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IpnQJfsGPQuTb6xvcpccoc+EY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BAFB29-2021-4A89-AC33-8B10F78B6494}">
  <a:tblStyle styleId="{46BAFB29-2021-4A89-AC33-8B10F78B64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7daacea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c7daaceaf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daacea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c7daaceaf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etcode.com/problems/sum-of-left-leaves/" TargetMode="External"/><Relationship Id="rId4" Type="http://schemas.openxmlformats.org/officeDocument/2006/relationships/hyperlink" Target="https://leetcode.com/problems/sum-of-left-leaves/" TargetMode="External"/><Relationship Id="rId5" Type="http://schemas.openxmlformats.org/officeDocument/2006/relationships/hyperlink" Target="https://leetcode.com/problems/sum-of-left-leaves/" TargetMode="External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etcode.com/problems/maximum-width-of-binary-tree/" TargetMode="External"/><Relationship Id="rId4" Type="http://schemas.openxmlformats.org/officeDocument/2006/relationships/hyperlink" Target="https://leetcode.com/problems/maximum-width-of-binary-tree/" TargetMode="External"/><Relationship Id="rId5" Type="http://schemas.openxmlformats.org/officeDocument/2006/relationships/hyperlink" Target="https://leetcode.com/problems/maximum-width-of-binary-tree/" TargetMode="External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etcode.com/problems/find-bottom-left-tree-value/" TargetMode="External"/><Relationship Id="rId4" Type="http://schemas.openxmlformats.org/officeDocument/2006/relationships/hyperlink" Target="https://leetcode.com/problems/find-bottom-left-tree-value/" TargetMode="External"/><Relationship Id="rId5" Type="http://schemas.openxmlformats.org/officeDocument/2006/relationships/hyperlink" Target="https://leetcode.com/problems/find-bottom-left-tree-value/" TargetMode="External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14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Perform Boundary Traversal on a Binary Search Tree (BST)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{46BAFB29-2021-4A89-AC33-8B10F78B6494}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{46BAFB29-2021-4A89-AC33-8B10F78B6494}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 on a Binary Search Tree (BST)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{46BAFB29-2021-4A89-AC33-8B10F78B6494}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the concept of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a binary tree or BST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how to print all nodes appearing on the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(outline)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of the tree.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boundary traversal using a combination of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methods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time and space complexity and understand its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real-world significance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visualization and tree layout problems.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perform Boundary Traversal on BST.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a tree means printing all the nodes that appear on 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outer boundary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(visible from outside).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boundary includes: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left edge (excluding leaves).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All leaf nodes (from left to right).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right edge (excluding leaves, printed in reverse).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This traversal forms 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“perimeter view”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the tree — similar to tracing the tree outline clockwise.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543" y="2017105"/>
            <a:ext cx="4085463" cy="3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8992" y="1945465"/>
            <a:ext cx="4085462" cy="363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 txBox="1"/>
          <p:nvPr/>
        </p:nvSpPr>
        <p:spPr>
          <a:xfrm>
            <a:off x="4063600" y="5875340"/>
            <a:ext cx="450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: [1, 2, 4, 8, 9, 6, 7, 3]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042900" y="1370440"/>
            <a:ext cx="19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Input :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959000" y="1370440"/>
            <a:ext cx="363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4503875" y="827813"/>
            <a:ext cx="548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Root → Left Boundary → Leaves → Right Boundary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Root Node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(if not null).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Left Boundary: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Traverse down the left side until reaching leaf nodes.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All Leaf Nodes: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Perform an inorder traversal to print every leaf node.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Right Boundary (Bottom to Top):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Traverse down the right side, collect nodes, and print them in reverse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Combine all results to form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boundary traversal sequence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9671" y="1690688"/>
            <a:ext cx="10463934" cy="4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51" y="650375"/>
            <a:ext cx="10708800" cy="58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7" name="Google Shape;1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1163" y="2027338"/>
            <a:ext cx="88296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54" name="Google Shape;154;p13"/>
          <p:cNvGraphicFramePr/>
          <p:nvPr/>
        </p:nvGraphicFramePr>
        <p:xfrm>
          <a:off x="674450" y="224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{46BAFB29-2021-4A89-AC33-8B10F78B6494}</a:tableStyleId>
              </a:tblPr>
              <a:tblGrid>
                <a:gridCol w="1775725"/>
                <a:gridCol w="1979375"/>
                <a:gridCol w="2160775"/>
                <a:gridCol w="45181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787000" y="2146200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helps extract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outermost visible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combines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O(n), as all nodes are visited once.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Useful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visual rendering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map boundaries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tree shape analysis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mbria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 Sum of Left Leaves — LeetCode #404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https://leetcode.com/problems/sum-of-left-leaves/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Easy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Traverse the tree and compute the sum of all left leaf nodes.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leaf detection logic.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Boundary traversal requires correctly identifying and handling leaf nodes.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7daaceaff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4" name="Google Shape;174;g3c7daaceaff_0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 Maximum Width of Binary Tree — LeetCode #662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https://leetcode.com/problems/maximum-width-of-binary-tree/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Medium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Determine the maximum width among all levels of the binary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Enhances understanding of extreme left and right nodes per level.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structural reasoning required for boundary problems.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5" name="Google Shape;175;g3c7daaceaff_0_2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daaceaff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1" name="Google Shape;181;g3c7daaceaff_0_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3.   Find Bottom Left Tree Value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— LeetCode #513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https://leetcode.com/problems/find-bottom-left-tree-value/</a:t>
            </a:r>
            <a:b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Difficulty: Medium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leftmost value in the last row of the binary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level-based traversal.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Improves bottom-up thinking similar to repeatedly collecting leaves.</a:t>
            </a:r>
            <a:br>
              <a:rPr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Helps build intuition for boundary and extreme-node problems.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g3c7daaceaff_0_8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