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43Dbz1bTuBUPFNYAKj0DKB7+L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0F7983-7269-4415-9577-DB5AE534D260}">
  <a:tblStyle styleId="{CE0F7983-7269-4415-9577-DB5AE534D26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 b="off" i="off"/>
      <a:tcStyle>
        <a:fill>
          <a:solidFill>
            <a:srgbClr val="FFFFFF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c79127d6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cc79127d6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c79127d6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cc79127d6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f9a54fc5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f9a54fc5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f9a54fc55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f9a54fc55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23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etcode.com/problems/binary-tree-level-order-traversal/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binary-tree-level-order-traversal-ii/" TargetMode="External"/><Relationship Id="rId4" Type="http://schemas.openxmlformats.org/officeDocument/2006/relationships/hyperlink" Target="https://leetcode.com/problems/binary-tree-level-order-traversal-ii/" TargetMode="External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average-of-levels-in-binary-tree/" TargetMode="External"/><Relationship Id="rId4" Type="http://schemas.openxmlformats.org/officeDocument/2006/relationships/hyperlink" Target="https://leetcode.com/problems/average-of-levels-in-binary-tree/" TargetMode="External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4294967295" type="ctrTitle"/>
          </p:nvPr>
        </p:nvSpPr>
        <p:spPr>
          <a:xfrm>
            <a:off x="1524000" y="1758467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Practical 25</a:t>
            </a:r>
            <a:endParaRPr/>
          </a:p>
        </p:txBody>
      </p:sp>
      <p:sp>
        <p:nvSpPr>
          <p:cNvPr id="61" name="Google Shape;61;p1"/>
          <p:cNvSpPr txBox="1"/>
          <p:nvPr>
            <p:ph idx="4294967295" type="subTitle"/>
          </p:nvPr>
        </p:nvSpPr>
        <p:spPr>
          <a:xfrm>
            <a:off x="1524000" y="4198386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Tree Traversal using Level Order Traversal</a:t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Google Shape;67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{CE0F7983-7269-4415-9577-DB5AE534D260}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2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" name="Google Shape;69;p2"/>
          <p:cNvGraphicFramePr/>
          <p:nvPr/>
        </p:nvGraphicFramePr>
        <p:xfrm>
          <a:off x="1461073" y="27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{CE0F7983-7269-4415-9577-DB5AE534D260}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Tree Traversal using Level Order Traversal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Google Shape;70;p2"/>
          <p:cNvGraphicFramePr/>
          <p:nvPr/>
        </p:nvGraphicFramePr>
        <p:xfrm>
          <a:off x="1471064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{CE0F7983-7269-4415-9577-DB5AE534D260}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Level Order Traversal in a binary tree.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process tree nodes level by level using a queue.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Level Order Traversal using Breadth-First Search (BFS) logic.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algorithm for different tree structures.</a:t>
                      </a:r>
                      <a:endParaRPr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Traverse a Tree using Level Order Traversal.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838200" y="1690688"/>
            <a:ext cx="10515600" cy="448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 Order Traversal is based on Breadth-First Search (BFS).</a:t>
            </a:r>
            <a:endParaRPr/>
          </a:p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We use a queue to store nodes of each level.</a:t>
            </a:r>
            <a:endParaRPr/>
          </a:p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Nodes are visited in the order they appear in the queue.</a:t>
            </a:r>
            <a:endParaRPr/>
          </a:p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Commonly used in shortest path problems and hierarchical data processing.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Steps: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Create an empty queue and enqueue the root node.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While the queue is not empty: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○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Dequeue a node, print its data.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Enqueue its left and right child (if present).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Continue until all nodes are processed.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>
            <p:ph type="title"/>
          </p:nvPr>
        </p:nvSpPr>
        <p:spPr>
          <a:xfrm>
            <a:off x="838200" y="344652"/>
            <a:ext cx="10515600" cy="1325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/>
          </a:p>
        </p:txBody>
      </p:sp>
      <p:pic>
        <p:nvPicPr>
          <p:cNvPr descr="Google Shape;122;p7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674" y="1372245"/>
            <a:ext cx="5068401" cy="29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 txBox="1"/>
          <p:nvPr/>
        </p:nvSpPr>
        <p:spPr>
          <a:xfrm>
            <a:off x="1658175" y="4575424"/>
            <a:ext cx="9795600" cy="19608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Output: [[5], [12, 13], [7, 14, 2], [17, 23, 27, 3, 8, 11]]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Explanation: Start with the root - [5]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Level 1: [12, 13]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Level 2: [7, 14, 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Level 3: [17, 23, 27, 3, 8, 11]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4775" y="1596613"/>
            <a:ext cx="648652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c79127d6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12" name="Google Shape;112;g3bcc79127d6_0_2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bcc79127d6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2290" y="1538742"/>
            <a:ext cx="6925999" cy="501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cc79127d6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19" name="Google Shape;119;g3bcc79127d6_0_8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bcc79127d6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7285" y="1843225"/>
            <a:ext cx="793432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p10"/>
          <p:cNvGraphicFramePr/>
          <p:nvPr/>
        </p:nvGraphicFramePr>
        <p:xfrm>
          <a:off x="1114574" y="2846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{CE0F7983-7269-4415-9577-DB5AE534D260}</a:tableStyleId>
              </a:tblPr>
              <a:tblGrid>
                <a:gridCol w="2609400"/>
                <a:gridCol w="2408675"/>
                <a:gridCol w="2509025"/>
                <a:gridCol w="2368525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Level Order (BFS)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Queue-based BFS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1072161" y="1983700"/>
            <a:ext cx="10515601" cy="3443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 Order Traversal visits all nodes level by level.</a:t>
            </a:r>
            <a:endParaRPr/>
          </a:p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It uses a queue to maintain the processing order (BFS).</a:t>
            </a:r>
            <a:endParaRPr/>
          </a:p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Ensures complete traversal of all levels before moving deeper.</a:t>
            </a:r>
            <a:endParaRPr/>
          </a:p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Commonly used in shortest path, serialization, and organizational hierarchy problems.</a:t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838200" y="157996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1. Binary Tree Level Order Traversal — LeetCode #102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🔗 </a:t>
            </a:r>
            <a:r>
              <a:rPr lang="en-US" sz="2700" u="sng">
                <a:solidFill>
                  <a:srgbClr val="0563C1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https://leetcode.com/problems/binary-tree-level-order-traversal/</a:t>
            </a:r>
            <a:endParaRPr sz="27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Perform a level-wise traversal of a binary tree using BFS and return a list of nodes at each level.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Builds understanding of queue-based traversal.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Helps in mastering breadth-first search concepts used across tree and graph problems.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f9a54fc5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47" name="Google Shape;147;g3bf9a54fc55_0_0"/>
          <p:cNvSpPr txBox="1"/>
          <p:nvPr>
            <p:ph idx="1" type="body"/>
          </p:nvPr>
        </p:nvSpPr>
        <p:spPr>
          <a:xfrm>
            <a:off x="838200" y="157996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Binary Tree Level Order Traversal II — LeetCode #107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https://leetcode.com/problems/binary-tree-level-order-traversal-ii/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Performs level order traversal but returns levels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from bottom to top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Enhances understanding of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level-wise traversal manipulation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result ordering.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g3bf9a54fc55_0_0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f9a54fc55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4" name="Google Shape;154;g3bf9a54fc55_0_6"/>
          <p:cNvSpPr txBox="1"/>
          <p:nvPr>
            <p:ph idx="1" type="body"/>
          </p:nvPr>
        </p:nvSpPr>
        <p:spPr>
          <a:xfrm>
            <a:off x="838200" y="157996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Average of Levels in Binary Tree — LeetCode #637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https://leetcode.com/problems/average-of-levels-in-binary-tree/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Uses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 order traversal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compute the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average value of nodes at each level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Applies BFS traversal to 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real-world level-based aggregation problems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g3bf9a54fc55_0_6"/>
          <p:cNvSpPr/>
          <p:nvPr/>
        </p:nvSpPr>
        <p:spPr>
          <a:xfrm>
            <a:off x="9991482" y="3"/>
            <a:ext cx="2145600" cy="99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idx="4294967295"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